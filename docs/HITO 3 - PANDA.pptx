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 id="2147483672" r:id="rId6"/>
  </p:sldMasterIdLst>
  <p:notesMasterIdLst>
    <p:notesMasterId r:id="rId7"/>
  </p:notesMasterIdLst>
  <p:sldIdLst>
    <p:sldId id="256" r:id="rId8"/>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21"/>
    <p:sldId id="308" r:id="rId20"/>
    <p:sldId id="309" r:id="rId19"/>
    <p:sldId id="310" r:id="rId18"/>
    <p:sldId id="311" r:id="rId17"/>
    <p:sldId id="312" r:id="rId16"/>
    <p:sldId id="313" r:id="rId15"/>
    <p:sldId id="314" r:id="rId14"/>
    <p:sldId id="288" r:id="rId40"/>
  </p:sldIdLst>
  <p:sldSz cy="6858000" cx="12192000"/>
  <p:notesSz cx="6858000" cy="9144000"/>
  <p:embeddedFontLst>
    <p:embeddedFont>
      <p:font typeface="Noto Sans"/>
      <p:regular r:id="rId41"/>
      <p:bold r:id="rId42"/>
      <p:italic r:id="rId43"/>
      <p:boldItalic r:id="rId44"/>
    </p:embeddedFont>
    <p:embeddedFont>
      <p:font typeface="Noto Sans Symbols Black"/>
      <p:bold r:id="rId45"/>
    </p:embeddedFont>
    <p:embeddedFont>
      <p:font typeface="Quattrocento Sans"/>
      <p:regular r:id="rId46"/>
      <p:bold r:id="rId47"/>
      <p:italic r:id="rId48"/>
      <p:boldItalic r:id="rId49"/>
    </p:embeddedFont>
    <p:embeddedFont>
      <p:font typeface="Noto Sans Symbols"/>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iGssKSuofQD8aU2ITbUTrzwes6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49CBABC-5613-4245-AD06-0B229CEA759C}">
  <a:tblStyle styleId="{849CBABC-5613-4245-AD06-0B229CEA759C}" styleName="Table_0">
    <a:wholeTbl>
      <a:tcTxStyle b="off" i="off">
        <a:font>
          <a:latin typeface="Segoe UI"/>
          <a:ea typeface="Segoe UI"/>
          <a:cs typeface="Segoe UI"/>
        </a:font>
        <a:srgbClr val="0A1F3C"/>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7F5EF"/>
          </a:solidFill>
        </a:fill>
      </a:tcStyle>
    </a:wholeTbl>
    <a:band1H>
      <a:tcTxStyle b="off" i="off"/>
      <a:tcStyle>
        <a:fill>
          <a:solidFill>
            <a:srgbClr val="CAEBDD"/>
          </a:solidFill>
        </a:fill>
      </a:tcStyle>
    </a:band1H>
    <a:band2H>
      <a:tcTxStyle b="off" i="off"/>
    </a:band2H>
    <a:band1V>
      <a:tcTxStyle b="off" i="off"/>
      <a:tcStyle>
        <a:fill>
          <a:solidFill>
            <a:srgbClr val="CAEBDD"/>
          </a:solidFill>
        </a:fill>
      </a:tcStyle>
    </a:band1V>
    <a:band2V>
      <a:tcTxStyle b="off" i="off"/>
    </a:band2V>
    <a:lastCol>
      <a:tcTxStyle b="on" i="off">
        <a:font>
          <a:latin typeface="Segoe UI"/>
          <a:ea typeface="Segoe UI"/>
          <a:cs typeface="Segoe UI"/>
        </a:font>
        <a:srgbClr val="FFFFFF"/>
      </a:tcTxStyle>
      <a:tcStyle>
        <a:fill>
          <a:solidFill>
            <a:srgbClr val="14C99A"/>
          </a:solidFill>
        </a:fill>
      </a:tcStyle>
    </a:lastCol>
    <a:firstCol>
      <a:tcTxStyle b="on" i="off">
        <a:font>
          <a:latin typeface="Segoe UI"/>
          <a:ea typeface="Segoe UI"/>
          <a:cs typeface="Segoe UI"/>
        </a:font>
        <a:srgbClr val="FFFFFF"/>
      </a:tcTxStyle>
      <a:tcStyle>
        <a:fill>
          <a:solidFill>
            <a:srgbClr val="14C99A"/>
          </a:solidFill>
        </a:fill>
      </a:tcStyle>
    </a:firstCol>
    <a:lastRow>
      <a:tcTxStyle b="on" i="off">
        <a:font>
          <a:latin typeface="Segoe UI"/>
          <a:ea typeface="Segoe UI"/>
          <a:cs typeface="Segoe UI"/>
        </a:font>
        <a:srgbClr val="FFFFFF"/>
      </a:tcTxStyle>
      <a:tcStyle>
        <a:tcBdr>
          <a:top>
            <a:ln cap="flat" cmpd="sng" w="38100">
              <a:solidFill>
                <a:srgbClr val="FFFFFF"/>
              </a:solidFill>
              <a:prstDash val="solid"/>
              <a:round/>
              <a:headEnd len="sm" w="sm" type="none"/>
              <a:tailEnd len="sm" w="sm" type="none"/>
            </a:ln>
          </a:top>
        </a:tcBdr>
        <a:fill>
          <a:solidFill>
            <a:srgbClr val="14C99A"/>
          </a:solidFill>
        </a:fill>
      </a:tcStyle>
    </a:lastRow>
    <a:seCell>
      <a:tcTxStyle b="off" i="off"/>
    </a:seCell>
    <a:swCell>
      <a:tcTxStyle b="off" i="off"/>
    </a:swCell>
    <a:firstRow>
      <a:tcTxStyle b="on" i="off">
        <a:font>
          <a:latin typeface="Segoe UI"/>
          <a:ea typeface="Segoe UI"/>
          <a:cs typeface="Segoe UI"/>
        </a:font>
        <a:srgbClr val="FFFFFF"/>
      </a:tcTxStyle>
      <a:tcStyle>
        <a:tcBdr>
          <a:bottom>
            <a:ln cap="flat" cmpd="sng" w="38100">
              <a:solidFill>
                <a:srgbClr val="FFFFFF"/>
              </a:solidFill>
              <a:prstDash val="solid"/>
              <a:round/>
              <a:headEnd len="sm" w="sm" type="none"/>
              <a:tailEnd len="sm" w="sm" type="none"/>
            </a:ln>
          </a:bottom>
        </a:tcBdr>
        <a:fill>
          <a:solidFill>
            <a:srgbClr val="14C99A"/>
          </a:solidFill>
        </a:fill>
      </a:tcStyle>
    </a:firstRow>
    <a:neCell>
      <a:tcTxStyle b="off" i="off"/>
    </a:neCell>
    <a:nwCell>
      <a:tcTxStyle b="off" i="off"/>
    </a:nwCell>
  </a:tblStyle>
  <a:tblStyle styleId="{35579EA5-3446-4BC5-9467-972D8C772585}"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61DA7A9C-3182-4A8C-ABDB-061B2E584B4B}" styleName="Table_2">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Arial"/>
          <a:ea typeface="Arial"/>
          <a:cs typeface="Arial"/>
        </a:font>
        <a:srgbClr val="FFFFFF"/>
      </a:tcTxStyle>
      <a:tcStyle>
        <a:fill>
          <a:solidFill>
            <a:srgbClr val="4F81BD"/>
          </a:solidFill>
        </a:fill>
      </a:tcStyle>
    </a:lastCol>
    <a:firstCol>
      <a:tcTxStyle b="on" i="off">
        <a:font>
          <a:latin typeface="Arial"/>
          <a:ea typeface="Arial"/>
          <a:cs typeface="Arial"/>
        </a:font>
        <a:srgbClr val="FFFFFF"/>
      </a:tcTxStyle>
      <a:tcStyle>
        <a:fill>
          <a:solidFill>
            <a:srgbClr val="4F81BD"/>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 styleId="{7252F05F-238B-4A98-8644-0C1DA1C0813A}" styleName="Table_3">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rgbClr val="FFFFFF"/>
      </a:tcTxStyle>
      <a:tcStyle>
        <a:fill>
          <a:solidFill>
            <a:srgbClr val="4F81BD"/>
          </a:solidFill>
        </a:fill>
      </a:tcStyle>
    </a:lastCol>
    <a:firstCol>
      <a:tcTxStyle b="on" i="off">
        <a:font>
          <a:latin typeface="Arial"/>
          <a:ea typeface="Arial"/>
          <a:cs typeface="Arial"/>
        </a:font>
        <a:srgbClr val="FFFFFF"/>
      </a:tcTxStyle>
      <a:tcStyle>
        <a:fill>
          <a:solidFill>
            <a:srgbClr val="4F81BD"/>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4" Type="http://schemas.openxmlformats.org/officeDocument/2006/relationships/slide" Target="slides/slide27.xml"/><Relationship Id="rId15" Type="http://schemas.openxmlformats.org/officeDocument/2006/relationships/slide" Target="slides/slide26.xml"/><Relationship Id="rId16" Type="http://schemas.openxmlformats.org/officeDocument/2006/relationships/slide" Target="slides/slide25.xml"/><Relationship Id="rId17" Type="http://schemas.openxmlformats.org/officeDocument/2006/relationships/slide" Target="slides/slide24.xml"/><Relationship Id="rId18" Type="http://schemas.openxmlformats.org/officeDocument/2006/relationships/slide" Target="slides/slide23.xml"/><Relationship Id="rId19" Type="http://schemas.openxmlformats.org/officeDocument/2006/relationships/slide" Target="slides/slide22.xml"/><Relationship Id="rId20" Type="http://schemas.openxmlformats.org/officeDocument/2006/relationships/slide" Target="slides/slide21.xml"/><Relationship Id="rId21" Type="http://schemas.openxmlformats.org/officeDocument/2006/relationships/slide" Target="slides/slide20.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4.xml"/><Relationship Id="rId25" Type="http://schemas.openxmlformats.org/officeDocument/2006/relationships/slide" Target="slides/slide5.xml"/><Relationship Id="rId26" Type="http://schemas.openxmlformats.org/officeDocument/2006/relationships/slide" Target="slides/slide6.xml"/><Relationship Id="rId27" Type="http://schemas.openxmlformats.org/officeDocument/2006/relationships/slide" Target="slides/slide7.xml"/><Relationship Id="rId28" Type="http://schemas.openxmlformats.org/officeDocument/2006/relationships/slide" Target="slides/slide8.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17.xml"/><Relationship Id="rId38" Type="http://schemas.openxmlformats.org/officeDocument/2006/relationships/slide" Target="slides/slide18.xml"/><Relationship Id="rId39" Type="http://schemas.openxmlformats.org/officeDocument/2006/relationships/slide" Target="slides/slide19.xml"/><Relationship Id="rId40" Type="http://schemas.openxmlformats.org/officeDocument/2006/relationships/slide" Target="slides/slide28.xml"/><Relationship Id="rId41" Type="http://schemas.openxmlformats.org/officeDocument/2006/relationships/font" Target="fonts/NotoSans-regular.fntdata"/><Relationship Id="rId42" Type="http://schemas.openxmlformats.org/officeDocument/2006/relationships/font" Target="fonts/NotoSans-bold.fntdata"/><Relationship Id="rId43" Type="http://schemas.openxmlformats.org/officeDocument/2006/relationships/font" Target="fonts/NotoSans-italic.fntdata"/><Relationship Id="rId44" Type="http://schemas.openxmlformats.org/officeDocument/2006/relationships/font" Target="fonts/NotoSans-boldItalic.fntdata"/><Relationship Id="rId45" Type="http://schemas.openxmlformats.org/officeDocument/2006/relationships/font" Target="fonts/NotoSansSymbolsBlack-bold.fntdata"/><Relationship Id="rId46" Type="http://schemas.openxmlformats.org/officeDocument/2006/relationships/font" Target="fonts/QuattrocentoSans-regular.fntdata"/><Relationship Id="rId47" Type="http://schemas.openxmlformats.org/officeDocument/2006/relationships/font" Target="fonts/QuattrocentoSans-bold.fntdata"/><Relationship Id="rId48" Type="http://schemas.openxmlformats.org/officeDocument/2006/relationships/font" Target="fonts/QuattrocentoSans-italic.fntdata"/><Relationship Id="rId49" Type="http://schemas.openxmlformats.org/officeDocument/2006/relationships/font" Target="fonts/QuattrocentoSans-boldItalic.fntdata"/><Relationship Id="rId50" Type="http://schemas.openxmlformats.org/officeDocument/2006/relationships/font" Target="fonts/NotoSansSymbols-regular.fntdata"/><Relationship Id="rId51" Type="http://schemas.openxmlformats.org/officeDocument/2006/relationships/font" Target="fonts/NotoSansSymbols-bold.fntdata"/><Relationship Id="rId52" Type="http://customschemas.google.com/relationships/presentationmetadata" Target="meta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PANDA cierra a (m)</c:v>
                </c:pt>
              </c:strCache>
            </c:strRef>
          </c:tx>
          <c:spPr>
            <a:ln w="28575">
              <a:solidFill>
                <a:srgbClr val="107439"/>
              </a:solidFill>
            </a:ln>
          </c:spPr>
          <c:marker>
            <c:spPr>
              <a:solidFill>
                <a:srgbClr val="107439"/>
              </a:solidFill>
              <a:ln>
                <a:solidFill>
                  <a:srgbClr val="107439"/>
                </a:solidFill>
              </a:ln>
            </c:spPr>
          </c:marker>
          <c:dLbls>
            <c:txPr>
              <a:bodyPr/>
              <a:lstStyle/>
              <a:p>
                <a:pPr>
                  <a:defRPr sz="900">
                    <a:solidFill>
                      <a:srgbClr val="0D2547"/>
                    </a:solidFill>
                  </a:defRPr>
                </a:pPr>
              </a:p>
            </c:txPr>
            <c:dLblPos val="t"/>
            <c:showLegendKey val="0"/>
            <c:showVal val="1"/>
            <c:showCatName val="0"/>
            <c:showSerName val="0"/>
            <c:showPercent val="0"/>
            <c:showBubbleSize val="0"/>
            <c:showLeaderLines val="1"/>
          </c:dLbls>
          <c:cat>
            <c:strRef>
              <c:f>Sheet1!$A$2:$A$14</c:f>
              <c:strCache>
                <c:ptCount val="13"/>
                <c:pt idx="0">
                  <c:v>0</c:v>
                </c:pt>
                <c:pt idx="1">
                  <c:v>10</c:v>
                </c:pt>
                <c:pt idx="2">
                  <c:v>20</c:v>
                </c:pt>
                <c:pt idx="3">
                  <c:v>30</c:v>
                </c:pt>
                <c:pt idx="4">
                  <c:v>40</c:v>
                </c:pt>
                <c:pt idx="5">
                  <c:v>50</c:v>
                </c:pt>
                <c:pt idx="6">
                  <c:v>60</c:v>
                </c:pt>
                <c:pt idx="7">
                  <c:v>70</c:v>
                </c:pt>
                <c:pt idx="8">
                  <c:v>80</c:v>
                </c:pt>
                <c:pt idx="9">
                  <c:v>90</c:v>
                </c:pt>
                <c:pt idx="10">
                  <c:v>100</c:v>
                </c:pt>
                <c:pt idx="11">
                  <c:v>110</c:v>
                </c:pt>
                <c:pt idx="12">
                  <c:v>120</c:v>
                </c:pt>
              </c:strCache>
            </c:strRef>
          </c:cat>
          <c:val>
            <c:numRef>
              <c:f>Sheet1!$B$2:$B$14</c:f>
              <c:numCache>
                <c:formatCode>General</c:formatCode>
                <c:ptCount val="13"/>
                <c:pt idx="0">
                  <c:v>448</c:v>
                </c:pt>
                <c:pt idx="1">
                  <c:v>513</c:v>
                </c:pt>
                <c:pt idx="2">
                  <c:v>574</c:v>
                </c:pt>
                <c:pt idx="3">
                  <c:v>630</c:v>
                </c:pt>
                <c:pt idx="4">
                  <c:v>682</c:v>
                </c:pt>
                <c:pt idx="5">
                  <c:v>735</c:v>
                </c:pt>
                <c:pt idx="6">
                  <c:v>794</c:v>
                </c:pt>
                <c:pt idx="7">
                  <c:v>858</c:v>
                </c:pt>
                <c:pt idx="8">
                  <c:v>922</c:v>
                </c:pt>
                <c:pt idx="9">
                  <c:v>979</c:v>
                </c:pt>
                <c:pt idx="10">
                  <c:v>1025</c:v>
                </c:pt>
                <c:pt idx="11">
                  <c:v>1055</c:v>
                </c:pt>
                <c:pt idx="12">
                  <c:v>1067</c:v>
                </c:pt>
              </c:numCache>
            </c:numRef>
          </c:val>
          <c:smooth val="0"/>
        </c:ser>
        <c:ser>
          <c:idx val="1"/>
          <c:order val="1"/>
          <c:tx>
            <c:strRef>
              <c:f>Sheet1!$C$1</c:f>
              <c:strCache>
                <c:ptCount val="1"/>
                <c:pt idx="0">
                  <c:v>Circuito actual (m)</c:v>
                </c:pt>
              </c:strCache>
            </c:strRef>
          </c:tx>
          <c:spPr>
            <a:ln w="28575">
              <a:solidFill>
                <a:srgbClr val="C0504D"/>
              </a:solidFill>
            </a:ln>
          </c:spPr>
          <c:marker>
            <c:symbol val="none"/>
            <c:spPr>
              <a:solidFill>
                <a:srgbClr val="C0504D"/>
              </a:solidFill>
              <a:ln>
                <a:solidFill>
                  <a:srgbClr val="C0504D"/>
                </a:solidFill>
              </a:ln>
            </c:spPr>
          </c:marker>
          <c:cat>
            <c:strRef>
              <c:f>Sheet1!$A$2:$A$14</c:f>
              <c:strCache>
                <c:ptCount val="13"/>
                <c:pt idx="0">
                  <c:v>0</c:v>
                </c:pt>
                <c:pt idx="1">
                  <c:v>10</c:v>
                </c:pt>
                <c:pt idx="2">
                  <c:v>20</c:v>
                </c:pt>
                <c:pt idx="3">
                  <c:v>30</c:v>
                </c:pt>
                <c:pt idx="4">
                  <c:v>40</c:v>
                </c:pt>
                <c:pt idx="5">
                  <c:v>50</c:v>
                </c:pt>
                <c:pt idx="6">
                  <c:v>60</c:v>
                </c:pt>
                <c:pt idx="7">
                  <c:v>70</c:v>
                </c:pt>
                <c:pt idx="8">
                  <c:v>80</c:v>
                </c:pt>
                <c:pt idx="9">
                  <c:v>90</c:v>
                </c:pt>
                <c:pt idx="10">
                  <c:v>100</c:v>
                </c:pt>
                <c:pt idx="11">
                  <c:v>110</c:v>
                </c:pt>
                <c:pt idx="12">
                  <c:v>120</c:v>
                </c:pt>
              </c:strCache>
            </c:strRef>
          </c:cat>
          <c:val>
            <c:numRef>
              <c:f>Sheet1!$C$2:$C$14</c:f>
              <c:numCache>
                <c:formatCode>General</c:formatCode>
                <c:ptCount val="13"/>
                <c:pt idx="0">
                  <c:v>1033</c:v>
                </c:pt>
                <c:pt idx="1">
                  <c:v>1033</c:v>
                </c:pt>
                <c:pt idx="2">
                  <c:v>1033</c:v>
                </c:pt>
                <c:pt idx="3">
                  <c:v>1033</c:v>
                </c:pt>
                <c:pt idx="4">
                  <c:v>1033</c:v>
                </c:pt>
                <c:pt idx="5">
                  <c:v>1033</c:v>
                </c:pt>
                <c:pt idx="6">
                  <c:v>1033</c:v>
                </c:pt>
                <c:pt idx="7">
                  <c:v>1033</c:v>
                </c:pt>
                <c:pt idx="8">
                  <c:v>1033</c:v>
                </c:pt>
                <c:pt idx="9">
                  <c:v>1033</c:v>
                </c:pt>
                <c:pt idx="10">
                  <c:v>1033</c:v>
                </c:pt>
                <c:pt idx="11">
                  <c:v>1033</c:v>
                </c:pt>
                <c:pt idx="12">
                  <c:v>1033</c:v>
                </c:pt>
              </c:numCache>
            </c:numRef>
          </c:val>
          <c:smooth val="0"/>
        </c:ser>
        <c:marker val="1"/>
        <c:smooth val="0"/>
        <c:axId val="2118791784"/>
        <c:axId val="2140495176"/>
      </c:lineChart>
      <c:catAx>
        <c:axId val="2118791784"/>
        <c:scaling>
          <c:orientation val="minMax"/>
        </c:scaling>
        <c:delete val="0"/>
        <c:axPos val="b"/>
        <c:title>
          <c:tx>
            <c:rich>
              <a:bodyPr/>
              <a:lstStyle/>
              <a:p>
                <a:r>
                  <a:rPr sz="1000" b="0" i="0">
                    <a:solidFill>
                      <a:srgbClr val="5F6B7A"/>
                    </a:solidFill>
                    <a:latin typeface="Noto Sans Symbols"/>
                  </a:rPr>
                  <a:t>Velocidad del tren (km/h)</a:t>
                </a:r>
              </a:p>
            </c:rich>
          </c:tx>
          <c:layout/>
          <c:overlay val="0"/>
        </c:title>
        <c:majorTickMark val="out"/>
        <c:minorTickMark val="none"/>
        <c:tickLblPos val="nextTo"/>
        <c:spPr>
          <a:ln>
            <a:solidFill>
              <a:srgbClr val="C9D3DF"/>
            </a:solidFill>
          </a:ln>
        </c:spPr>
        <c:crossAx val="2140495176"/>
        <c:crosses val="autoZero"/>
        <c:auto val="1"/>
        <c:lblAlgn val="ctr"/>
        <c:lblOffset val="100"/>
        <c:noMultiLvlLbl val="0"/>
      </c:catAx>
      <c:valAx>
        <c:axId val="2140495176"/>
        <c:scaling>
          <c:max val="1200.0"/>
          <c:min val="0.0"/>
        </c:scaling>
        <c:delete val="0"/>
        <c:axPos val="l"/>
        <c:majorGridlines>
          <c:spPr>
            <a:ln>
              <a:solidFill>
                <a:srgbClr val="E3E8EF"/>
              </a:solidFill>
            </a:ln>
          </c:spPr>
        </c:majorGridlines>
        <c:title>
          <c:tx>
            <c:rich>
              <a:bodyPr/>
              <a:lstStyle/>
              <a:p>
                <a:r>
                  <a:rPr sz="1000" b="0" i="0">
                    <a:solidFill>
                      <a:srgbClr val="5F6B7A"/>
                    </a:solidFill>
                    <a:latin typeface="Noto Sans Symbols"/>
                  </a:rPr>
                  <a:t>Distancia al cruce al ordenar el cierre (m)</a:t>
                </a:r>
              </a:p>
            </c:rich>
          </c:tx>
          <c:layout/>
          <c:overlay val="0"/>
        </c:title>
        <c:majorTickMark val="out"/>
        <c:minorTickMark val="none"/>
        <c:tickLblPos val="nextTo"/>
        <c:spPr>
          <a:ln>
            <a:noFill/>
          </a:ln>
        </c:spPr>
        <c:crossAx val="2118791784"/>
        <c:crosses val="autoZero"/>
      </c:valAx>
    </c:plotArea>
    <c:legend>
      <c:legendPos val="b"/>
      <c:layout/>
      <c:overlay val="0"/>
    </c:legend>
    <c:plotVisOnly val="1"/>
    <c:dispBlanksAs val="gap"/>
    <c:showDLblsOverMax val="0"/>
  </c:chart>
  <c:txPr>
    <a:bodyPr/>
    <a:lstStyle/>
    <a:p>
      <a:pPr>
        <a:defRPr sz="1000">
          <a:solidFill>
            <a:srgbClr val="0D2547"/>
          </a:solidFill>
          <a:latin typeface="Noto Sans Symbol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Sistema actual (s)</c:v>
                </c:pt>
              </c:strCache>
            </c:strRef>
          </c:tx>
          <c:spPr>
            <a:solidFill>
              <a:srgbClr val="C0504D"/>
            </a:solidFill>
          </c:spPr>
          <c:dLbls>
            <c:txPr>
              <a:bodyPr/>
              <a:lstStyle/>
              <a:p>
                <a:pPr>
                  <a:defRPr sz="900">
                    <a:solidFill>
                      <a:srgbClr val="0D2547"/>
                    </a:solidFill>
                  </a:defRPr>
                </a:pPr>
              </a:p>
            </c:txPr>
            <c:dLblPos val="outEnd"/>
            <c:showLegendKey val="0"/>
            <c:showVal val="1"/>
            <c:showCatName val="0"/>
            <c:showSerName val="0"/>
            <c:showPercent val="0"/>
            <c:showBubbleSize val="0"/>
            <c:showLeaderLines val="1"/>
          </c:dLbls>
          <c:cat>
            <c:strRef>
              <c:f>Sheet1!$A$2:$A$6</c:f>
              <c:strCache>
                <c:ptCount val="5"/>
                <c:pt idx="0">
                  <c:v>20 km/h</c:v>
                </c:pt>
                <c:pt idx="1">
                  <c:v>40 km/h</c:v>
                </c:pt>
                <c:pt idx="2">
                  <c:v>60 km/h</c:v>
                </c:pt>
                <c:pt idx="3">
                  <c:v>80 km/h</c:v>
                </c:pt>
                <c:pt idx="4">
                  <c:v>100 km/h</c:v>
                </c:pt>
              </c:strCache>
            </c:strRef>
          </c:cat>
          <c:val>
            <c:numRef>
              <c:f>Sheet1!$B$2:$B$6</c:f>
              <c:numCache>
                <c:formatCode>General</c:formatCode>
                <c:ptCount val="5"/>
                <c:pt idx="0">
                  <c:v>186</c:v>
                </c:pt>
                <c:pt idx="1">
                  <c:v>93</c:v>
                </c:pt>
                <c:pt idx="2">
                  <c:v>62</c:v>
                </c:pt>
                <c:pt idx="3">
                  <c:v>47</c:v>
                </c:pt>
                <c:pt idx="4">
                  <c:v>37</c:v>
                </c:pt>
              </c:numCache>
            </c:numRef>
          </c:val>
        </c:ser>
        <c:ser>
          <c:idx val="1"/>
          <c:order val="1"/>
          <c:tx>
            <c:strRef>
              <c:f>Sheet1!$C$1</c:f>
              <c:strCache>
                <c:ptCount val="1"/>
                <c:pt idx="0">
                  <c:v>Con PANDA (s)</c:v>
                </c:pt>
              </c:strCache>
            </c:strRef>
          </c:tx>
          <c:spPr>
            <a:solidFill>
              <a:srgbClr val="107439"/>
            </a:solidFill>
          </c:spPr>
          <c:dLbls>
            <c:txPr>
              <a:bodyPr/>
              <a:lstStyle/>
              <a:p>
                <a:pPr>
                  <a:defRPr sz="900">
                    <a:solidFill>
                      <a:srgbClr val="0D2547"/>
                    </a:solidFill>
                  </a:defRPr>
                </a:pPr>
              </a:p>
            </c:txPr>
            <c:dLblPos val="outEnd"/>
            <c:showLegendKey val="0"/>
            <c:showVal val="1"/>
            <c:showCatName val="0"/>
            <c:showSerName val="0"/>
            <c:showPercent val="0"/>
            <c:showBubbleSize val="0"/>
            <c:showLeaderLines val="1"/>
          </c:dLbls>
          <c:cat>
            <c:strRef>
              <c:f>Sheet1!$A$2:$A$6</c:f>
              <c:strCache>
                <c:ptCount val="5"/>
                <c:pt idx="0">
                  <c:v>20 km/h</c:v>
                </c:pt>
                <c:pt idx="1">
                  <c:v>40 km/h</c:v>
                </c:pt>
                <c:pt idx="2">
                  <c:v>60 km/h</c:v>
                </c:pt>
                <c:pt idx="3">
                  <c:v>80 km/h</c:v>
                </c:pt>
                <c:pt idx="4">
                  <c:v>100 km/h</c:v>
                </c:pt>
              </c:strCache>
            </c:strRef>
          </c:cat>
          <c:val>
            <c:numRef>
              <c:f>Sheet1!$C$2:$C$6</c:f>
              <c:numCache>
                <c:formatCode>General</c:formatCode>
                <c:ptCount val="5"/>
                <c:pt idx="0">
                  <c:v>103</c:v>
                </c:pt>
                <c:pt idx="1">
                  <c:v>61</c:v>
                </c:pt>
                <c:pt idx="2">
                  <c:v>48</c:v>
                </c:pt>
                <c:pt idx="3">
                  <c:v>42</c:v>
                </c:pt>
                <c:pt idx="4">
                  <c:v>37</c:v>
                </c:pt>
              </c:numCache>
            </c:numRef>
          </c:val>
        </c:ser>
        <c:gapWidth val="60"/>
        <c:overlap val="-10"/>
        <c:axId val="-2068027336"/>
        <c:axId val="-2113994440"/>
      </c:barChart>
      <c:catAx>
        <c:axId val="-2068027336"/>
        <c:scaling>
          <c:orientation val="minMax"/>
        </c:scaling>
        <c:delete val="0"/>
        <c:axPos val="b"/>
        <c:majorTickMark val="out"/>
        <c:minorTickMark val="none"/>
        <c:tickLblPos val="nextTo"/>
        <c:spPr>
          <a:ln>
            <a:solidFill>
              <a:srgbClr val="C9D3DF"/>
            </a:solidFill>
          </a:ln>
        </c:spPr>
        <c:crossAx val="-2113994440"/>
        <c:crosses val="autoZero"/>
        <c:auto val="1"/>
        <c:lblAlgn val="ctr"/>
        <c:lblOffset val="100"/>
        <c:noMultiLvlLbl val="0"/>
      </c:catAx>
      <c:valAx>
        <c:axId val="-2113994440"/>
        <c:scaling>
          <c:min val="0.0"/>
        </c:scaling>
        <c:delete val="0"/>
        <c:axPos val="l"/>
        <c:majorGridlines>
          <c:spPr>
            <a:ln>
              <a:solidFill>
                <a:srgbClr val="E3E8EF"/>
              </a:solidFill>
            </a:ln>
          </c:spPr>
        </c:majorGridlines>
        <c:title>
          <c:tx>
            <c:rich>
              <a:bodyPr/>
              <a:lstStyle/>
              <a:p>
                <a:r>
                  <a:rPr sz="1000" b="0" i="0">
                    <a:solidFill>
                      <a:srgbClr val="5F6B7A"/>
                    </a:solidFill>
                    <a:latin typeface="Noto Sans Symbols"/>
                  </a:rPr>
                  <a:t>Barrera baja antes de que llegue el tren (s)</a:t>
                </a:r>
              </a:p>
            </c:rich>
          </c:tx>
          <c:layout/>
          <c:overlay val="0"/>
        </c:title>
        <c:majorTickMark val="out"/>
        <c:minorTickMark val="none"/>
        <c:tickLblPos val="nextTo"/>
        <c:spPr>
          <a:ln>
            <a:noFill/>
          </a:ln>
        </c:spPr>
        <c:crossAx val="-2068027336"/>
        <c:crosses val="autoZero"/>
      </c:valAx>
    </c:plotArea>
    <c:legend>
      <c:legendPos val="b"/>
      <c:overlay val="0"/>
    </c:legend>
    <c:dispBlanksAs val="gap"/>
  </c:chart>
  <c:txPr>
    <a:bodyPr/>
    <a:lstStyle/>
    <a:p>
      <a:pPr>
        <a:defRPr sz="1000">
          <a:solidFill>
            <a:srgbClr val="0D2547"/>
          </a:solidFill>
          <a:latin typeface="Noto Sans Symbol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Seis decisiones que cambian el diseño desde el Hito 2. La más importante es que PANDA pasa a ser el sistema principal del cruce y el circuito de vía queda de respaldo.</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Anexo XII de ADIF fija el ciclo de una barrera automática. En el Hito 2 tomamos solo los 12 s de la Tabla I, que son el despejamiento. El ciclo real es 7 + 10 + 14 = 31 s en vía doble. PANDA suma 1 s de margen propio. El circuito actual se dimensiona para 120 km/h y por eso mide 1033 m.</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PANDA entrega dos contactos al controlador de barrera: PANDA libre y PANDA operativo. Mientras PANDA está operativo la barrera lo sigue a él. Si se cae, el controlador vuelve a seguir al circuito de vía, como hoy. Un tren que PANDA no ve ocupa el circuito y PANDA lo toma como pedido de cierre.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PANDA no usa la velocidad real pura. Calcula en cuánto podría llegar el tren si acelerara al máximo que permite el material rodante. Cierra cuando ese tiempo baja de 32 s. Así nunca da menos tiempo que la norma. Con velocidad real pura, un tren que acelera después de la orden llegaría en 11 a 28 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Tiempo de barrera baja por pasada, con el circuito actual de 1033 m y con PANDA. La ganancia es grande para trenes lentos, que son justo los que circulan cerca de estaciones. A 120 km/h PANDA cierra 1 s antes por el margen.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Cuando el circuito se ocupa, PANDA busca un tren suyo a 1033 más o menos 100 m, del lado del circuito, con dato fresco y coherente. Si lo encuentra, decide PANDA. Si no, es un tren sin nodo y se cierra como siempre. Cuando el circuito se libera con el tren alejándose, la cola ya pasó y la barrera sube igual que hoy.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Cada dato del tren se compara con el último dato confiable. Si la distancia recorrida es imposible para un tren, se rechaza y el cruce queda NO SEGURO. En el simulador, un salto de 300 m del GNSS deja el cruce NO SEGURO todo el tiempo, sin ningún hueco. A la derecha, cómo se manejan varios trenes.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dos nodos usan la misma placa, la LILYGO T-Beam Supreme. El tren lee GNSS e IMU y transmite. El cruce recibe, decide y maneja la señal peatonal, el sonido y la maqueta de barrera con módulos comprados.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el producto la radio pasa a ser el Raveon UHF con licencia, por RS-232 con un MAX3232. El tren se alimenta de la tensión de a bordo con un DC-DC aislado. El cruce trabaja con un bus de 12 V sobre una batería LiFePO4, que entra directo en el rango del Raveon.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Lámina 21 del Hito 2 actualizada. El prototipo y el producto comparten la lógica. Cambian la radio, el transporte de la telemetría y la interfaz física.</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Modelo de dos rayos, válido más allá de la distancia de quiebre (172 m en el prototipo, 462 m en el producto). El prototipo tiene 25 dB de margen a 1500 m con 22 dBm. El producto tiene unos 45 dB a 2 km. 915 MHz es una cota conservadora de 460 MHz: unos 6 dB más de pérdida.</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beacon tiene 35 bytes: 7 en claro, 20 cifrados con AES-128-CTR y 8 de CMAC. En la versión 2 la precisión pasó a 1 byte en decímetros para hacerle lugar a la aceleración sin agrandar el beacon. Con 36 bytes el aire pasaría a 19,3 ms y se perdería una ranura.</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Consumos estimados de hoja de datos. El prototipo dura de 16 a 26 h con una 18650, muy por encima de las 4 h de E-12. En el producto, tres 18650 en serie no alcanzan: caen a 9 V y el Raveon pide 9,5 V. Proponemos LiFePO4 de 4 celdas.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 lo externo va al header derecho de la T-Beam. Cada salida tiene su resistencia y un pull-down de 10 kΩ, así en un reinicio queda en bajo, que es su estado seguro. El GPIO 45 es pin de arranque: solo un LED a masa, nunca un pull-up.</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Maqueta a escala 1:20, impresa en 3D sobre una base de MDF. Las medidas salen del SETOP: luces a 2,40 m de altura separadas 0,75 m, y un brazo normalizado de 5 m. La T-Beam del cruce va en una caja impresa sobre la base, con la antena hacia arriba.</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 solo código con tres roles elegidos al compilar. El núcleo 1 corre solo el lazo de seguridad. El núcleo 0 corre todo lo demás. Así una tarjeta lenta o el Wi-Fi nunca demoran una decisión.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tren arranca verificando la criptografía. Si falla no arranca. Después, por cada época del GNSS, calcula la aceleración, espera su ranura TDMA, arma el beacon, lo cifra, lo firma y lo transmite.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recepción valida en cadena: CRC, CMAC, contador y frescura. Nada se descifra sin autenticar. Después se verifica la plausibilidad contra el último dato confiable. La decisión corre a 20 Hz, atribuye el circuito de vía y resuelve el estado y las salidas.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la izquierda el estado del cruce, que ve el peatón y que define los contactos. A la derecha la maqueta, con la secuencia del Anexo XII. Si el pedido de cierre vuelve mientras el brazo sube, baja de inmediato.</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Todo el trabajo por ciclo es lineal en la cantidad de trenes, que está acotada a 4 en la tabla. El ETA usa una forma cerrada con bisección de 30 pasos. Los tiempos reales se miden en la placa con la prueba de reacción.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simulador manda beacons reales por USB al nodo cruce y hace de circuito de vía. Corrido en seco contra el modelo de referencia, los 11 escenarios dan lo esperado. La columna de la derecha compara el tiempo de pedido de cierre con el circuito actual.</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Cada prueba tiene su criterio de aprobación y un valor estimado que se va a comparar con el medido en el Hito 4. Arrancan con las placas, el 10 de octubre.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tres primeras ya pasaron en la PC. El resto se hace en la placa. Las fallas inducidas son la etapa 3 del plan de validación: cada una tiene que terminar en el estado seguro.</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PANDA principal agrega un riesgo nuevo: si la posición del tren está mal, PANDA podría sostener la barrera alta con el circuito ocupado. Lo cubren la atribución del circuito y la plausibilidad. Los valores de O y D son propuestas a revisar con el equipo.</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PANDA principal mejora el sistema actual, pero choca con dos puntos de la letra de la norma. Se presentan como propuesta de cambio, con el argumento de equivalencia en tiempo. El prototipo demuestra la lógica. La certificación y el cambio normativo son del despliegue.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 placa propia, la ruta crítica pasa a ser la puesta en marcha de las T-Beam, que llegan el 10 de octubre. Todo lo demás depende de que el firmware arranque bien en el hardware real.</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4" name="Shape 1994"/>
        <p:cNvGrpSpPr/>
        <p:nvPr/>
      </p:nvGrpSpPr>
      <p:grpSpPr>
        <a:xfrm>
          <a:off x="0" y="0"/>
          <a:ext cx="0" cy="0"/>
          <a:chOff x="0" y="0"/>
          <a:chExt cx="0" cy="0"/>
        </a:xfrm>
      </p:grpSpPr>
      <p:sp>
        <p:nvSpPr>
          <p:cNvPr id="1995" name="Google Shape;1995;g3f6e557bc76_4_2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6" name="Google Shape;1996;g3f6e557bc76_4_2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gradFill>
          <a:gsLst>
            <a:gs pos="0">
              <a:srgbClr val="0D2547"/>
            </a:gs>
            <a:gs pos="100000">
              <a:srgbClr val="081831"/>
            </a:gs>
          </a:gsLst>
          <a:lin ang="5400012" scaled="0"/>
        </a:gradFill>
      </p:bgPr>
    </p:bg>
    <p:spTree>
      <p:nvGrpSpPr>
        <p:cNvPr id="14" name="Shape 14"/>
        <p:cNvGrpSpPr/>
        <p:nvPr/>
      </p:nvGrpSpPr>
      <p:grpSpPr>
        <a:xfrm>
          <a:off x="0" y="0"/>
          <a:ext cx="0" cy="0"/>
          <a:chOff x="0" y="0"/>
          <a:chExt cx="0" cy="0"/>
        </a:xfrm>
      </p:grpSpPr>
      <p:sp>
        <p:nvSpPr>
          <p:cNvPr id="15" name="Google Shape;15;p26"/>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A1F3C"/>
              </a:buClr>
              <a:buSzPts val="6000"/>
              <a:buFont typeface="Impact"/>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6"/>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rgbClr val="33475C"/>
              </a:buClr>
              <a:buSzPts val="2400"/>
              <a:buNone/>
              <a:defRPr sz="2400"/>
            </a:lvl1pPr>
            <a:lvl2pPr lvl="1" algn="ctr">
              <a:lnSpc>
                <a:spcPct val="90000"/>
              </a:lnSpc>
              <a:spcBef>
                <a:spcPts val="500"/>
              </a:spcBef>
              <a:spcAft>
                <a:spcPts val="0"/>
              </a:spcAft>
              <a:buClr>
                <a:srgbClr val="33475C"/>
              </a:buClr>
              <a:buSzPts val="2000"/>
              <a:buNone/>
              <a:defRPr sz="2000"/>
            </a:lvl2pPr>
            <a:lvl3pPr lvl="2" algn="ctr">
              <a:lnSpc>
                <a:spcPct val="90000"/>
              </a:lnSpc>
              <a:spcBef>
                <a:spcPts val="500"/>
              </a:spcBef>
              <a:spcAft>
                <a:spcPts val="0"/>
              </a:spcAft>
              <a:buClr>
                <a:srgbClr val="33475C"/>
              </a:buClr>
              <a:buSzPts val="1800"/>
              <a:buNone/>
              <a:defRPr sz="1800"/>
            </a:lvl3pPr>
            <a:lvl4pPr lvl="3" algn="ctr">
              <a:lnSpc>
                <a:spcPct val="90000"/>
              </a:lnSpc>
              <a:spcBef>
                <a:spcPts val="500"/>
              </a:spcBef>
              <a:spcAft>
                <a:spcPts val="0"/>
              </a:spcAft>
              <a:buClr>
                <a:srgbClr val="33475C"/>
              </a:buClr>
              <a:buSzPts val="1600"/>
              <a:buNone/>
              <a:defRPr sz="1600"/>
            </a:lvl4pPr>
            <a:lvl5pPr lvl="4" algn="ctr">
              <a:lnSpc>
                <a:spcPct val="90000"/>
              </a:lnSpc>
              <a:spcBef>
                <a:spcPts val="500"/>
              </a:spcBef>
              <a:spcAft>
                <a:spcPts val="0"/>
              </a:spcAft>
              <a:buClr>
                <a:srgbClr val="33475C"/>
              </a:buClr>
              <a:buSzPts val="1600"/>
              <a:buNone/>
              <a:defRPr sz="1600"/>
            </a:lvl5pPr>
            <a:lvl6pPr lvl="5" algn="ctr">
              <a:lnSpc>
                <a:spcPct val="90000"/>
              </a:lnSpc>
              <a:spcBef>
                <a:spcPts val="500"/>
              </a:spcBef>
              <a:spcAft>
                <a:spcPts val="0"/>
              </a:spcAft>
              <a:buClr>
                <a:srgbClr val="33475C"/>
              </a:buClr>
              <a:buSzPts val="1600"/>
              <a:buNone/>
              <a:defRPr sz="1600"/>
            </a:lvl6pPr>
            <a:lvl7pPr lvl="6" algn="ctr">
              <a:lnSpc>
                <a:spcPct val="90000"/>
              </a:lnSpc>
              <a:spcBef>
                <a:spcPts val="500"/>
              </a:spcBef>
              <a:spcAft>
                <a:spcPts val="0"/>
              </a:spcAft>
              <a:buClr>
                <a:srgbClr val="33475C"/>
              </a:buClr>
              <a:buSzPts val="1600"/>
              <a:buNone/>
              <a:defRPr sz="1600"/>
            </a:lvl7pPr>
            <a:lvl8pPr lvl="7" algn="ctr">
              <a:lnSpc>
                <a:spcPct val="90000"/>
              </a:lnSpc>
              <a:spcBef>
                <a:spcPts val="500"/>
              </a:spcBef>
              <a:spcAft>
                <a:spcPts val="0"/>
              </a:spcAft>
              <a:buClr>
                <a:srgbClr val="33475C"/>
              </a:buClr>
              <a:buSzPts val="1600"/>
              <a:buNone/>
              <a:defRPr sz="1600"/>
            </a:lvl8pPr>
            <a:lvl9pPr lvl="8" algn="ctr">
              <a:lnSpc>
                <a:spcPct val="90000"/>
              </a:lnSpc>
              <a:spcBef>
                <a:spcPts val="500"/>
              </a:spcBef>
              <a:spcAft>
                <a:spcPts val="0"/>
              </a:spcAft>
              <a:buClr>
                <a:srgbClr val="33475C"/>
              </a:buClr>
              <a:buSzPts val="1600"/>
              <a:buNone/>
              <a:defRPr sz="1600"/>
            </a:lvl9pPr>
          </a:lstStyle>
          <a:p/>
        </p:txBody>
      </p:sp>
      <p:sp>
        <p:nvSpPr>
          <p:cNvPr id="17" name="Google Shape;17;p2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cxnSp>
        <p:nvCxnSpPr>
          <p:cNvPr id="20" name="Google Shape;20;p26"/>
          <p:cNvCxnSpPr/>
          <p:nvPr/>
        </p:nvCxnSpPr>
        <p:spPr>
          <a:xfrm>
            <a:off x="9118600" y="787400"/>
            <a:ext cx="1016100" cy="6351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1" name="Google Shape;21;p26"/>
          <p:cNvCxnSpPr/>
          <p:nvPr/>
        </p:nvCxnSpPr>
        <p:spPr>
          <a:xfrm flipH="1" rot="10800000">
            <a:off x="10134600" y="736600"/>
            <a:ext cx="1016100" cy="6858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2" name="Google Shape;22;p26"/>
          <p:cNvCxnSpPr/>
          <p:nvPr/>
        </p:nvCxnSpPr>
        <p:spPr>
          <a:xfrm>
            <a:off x="11150600" y="736600"/>
            <a:ext cx="736500" cy="9399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3" name="Google Shape;23;p26"/>
          <p:cNvCxnSpPr/>
          <p:nvPr/>
        </p:nvCxnSpPr>
        <p:spPr>
          <a:xfrm flipH="1">
            <a:off x="10820400" y="1676400"/>
            <a:ext cx="1066800" cy="7620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4" name="Google Shape;24;p26"/>
          <p:cNvCxnSpPr/>
          <p:nvPr/>
        </p:nvCxnSpPr>
        <p:spPr>
          <a:xfrm>
            <a:off x="10134600" y="1422400"/>
            <a:ext cx="685800" cy="10161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5" name="Google Shape;25;p26"/>
          <p:cNvCxnSpPr/>
          <p:nvPr/>
        </p:nvCxnSpPr>
        <p:spPr>
          <a:xfrm>
            <a:off x="10820400" y="2438400"/>
            <a:ext cx="888900" cy="8889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6" name="Google Shape;26;p26"/>
          <p:cNvCxnSpPr/>
          <p:nvPr/>
        </p:nvCxnSpPr>
        <p:spPr>
          <a:xfrm flipH="1">
            <a:off x="9677400" y="2438400"/>
            <a:ext cx="1143000" cy="1779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7" name="Google Shape;27;p26"/>
          <p:cNvCxnSpPr/>
          <p:nvPr/>
        </p:nvCxnSpPr>
        <p:spPr>
          <a:xfrm rot="10800000">
            <a:off x="8763000" y="1854200"/>
            <a:ext cx="914400" cy="7620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8" name="Google Shape;28;p26"/>
          <p:cNvCxnSpPr/>
          <p:nvPr/>
        </p:nvCxnSpPr>
        <p:spPr>
          <a:xfrm flipH="1" rot="10800000">
            <a:off x="8763000" y="787400"/>
            <a:ext cx="355500" cy="10668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29" name="Google Shape;29;p26"/>
          <p:cNvCxnSpPr/>
          <p:nvPr/>
        </p:nvCxnSpPr>
        <p:spPr>
          <a:xfrm flipH="1" rot="10800000">
            <a:off x="9677400" y="1422500"/>
            <a:ext cx="457200" cy="11937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30" name="Google Shape;30;p26"/>
          <p:cNvCxnSpPr/>
          <p:nvPr/>
        </p:nvCxnSpPr>
        <p:spPr>
          <a:xfrm flipH="1" rot="10800000">
            <a:off x="11150600" y="253900"/>
            <a:ext cx="660300" cy="482700"/>
          </a:xfrm>
          <a:prstGeom prst="straightConnector1">
            <a:avLst/>
          </a:prstGeom>
          <a:noFill/>
          <a:ln cap="flat" cmpd="sng" w="9525">
            <a:solidFill>
              <a:srgbClr val="FFFFFF">
                <a:alpha val="50200"/>
              </a:srgbClr>
            </a:solidFill>
            <a:prstDash val="solid"/>
            <a:round/>
            <a:headEnd len="sm" w="sm" type="none"/>
            <a:tailEnd len="sm" w="sm" type="none"/>
          </a:ln>
        </p:spPr>
      </p:cxnSp>
      <p:cxnSp>
        <p:nvCxnSpPr>
          <p:cNvPr id="31" name="Google Shape;31;p26"/>
          <p:cNvCxnSpPr/>
          <p:nvPr/>
        </p:nvCxnSpPr>
        <p:spPr>
          <a:xfrm rot="10800000">
            <a:off x="11811000" y="254100"/>
            <a:ext cx="76200" cy="1422300"/>
          </a:xfrm>
          <a:prstGeom prst="straightConnector1">
            <a:avLst/>
          </a:prstGeom>
          <a:noFill/>
          <a:ln cap="flat" cmpd="sng" w="9525">
            <a:solidFill>
              <a:srgbClr val="FFFFFF">
                <a:alpha val="50200"/>
              </a:srgbClr>
            </a:solidFill>
            <a:prstDash val="solid"/>
            <a:round/>
            <a:headEnd len="sm" w="sm" type="none"/>
            <a:tailEnd len="sm" w="sm" type="none"/>
          </a:ln>
        </p:spPr>
      </p:cxnSp>
      <p:sp>
        <p:nvSpPr>
          <p:cNvPr id="32" name="Google Shape;32;p26"/>
          <p:cNvSpPr/>
          <p:nvPr/>
        </p:nvSpPr>
        <p:spPr>
          <a:xfrm rot="5400000">
            <a:off x="8928100" y="596900"/>
            <a:ext cx="381000" cy="381000"/>
          </a:xfrm>
          <a:prstGeom prst="hexagon">
            <a:avLst>
              <a:gd fmla="val 25000" name="adj"/>
              <a:gd fmla="val 115470" name="vf"/>
            </a:avLst>
          </a:prstGeom>
          <a:noFill/>
          <a:ln cap="flat" cmpd="sng" w="15875">
            <a:solidFill>
              <a:srgbClr val="FFFFFF">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3" name="Google Shape;33;p26"/>
          <p:cNvSpPr/>
          <p:nvPr/>
        </p:nvSpPr>
        <p:spPr>
          <a:xfrm rot="5400000">
            <a:off x="10020300" y="1308100"/>
            <a:ext cx="228600" cy="228600"/>
          </a:xfrm>
          <a:prstGeom prst="hexagon">
            <a:avLst>
              <a:gd fmla="val 25000" name="adj"/>
              <a:gd fmla="val 115470" name="vf"/>
            </a:avLst>
          </a:prstGeom>
          <a:solidFill>
            <a:srgbClr val="14C9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4" name="Google Shape;34;p26"/>
          <p:cNvSpPr/>
          <p:nvPr/>
        </p:nvSpPr>
        <p:spPr>
          <a:xfrm rot="5400000">
            <a:off x="10960100" y="546100"/>
            <a:ext cx="381000" cy="381000"/>
          </a:xfrm>
          <a:prstGeom prst="hexagon">
            <a:avLst>
              <a:gd fmla="val 25000" name="adj"/>
              <a:gd fmla="val 115470" name="vf"/>
            </a:avLst>
          </a:prstGeom>
          <a:noFill/>
          <a:ln cap="flat" cmpd="sng" w="15875">
            <a:solidFill>
              <a:srgbClr val="FFFFFF">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5" name="Google Shape;35;p26"/>
          <p:cNvSpPr/>
          <p:nvPr/>
        </p:nvSpPr>
        <p:spPr>
          <a:xfrm rot="5400000">
            <a:off x="11696700" y="1485900"/>
            <a:ext cx="381000" cy="381000"/>
          </a:xfrm>
          <a:prstGeom prst="hexagon">
            <a:avLst>
              <a:gd fmla="val 25000" name="adj"/>
              <a:gd fmla="val 115470" name="vf"/>
            </a:avLst>
          </a:prstGeom>
          <a:noFill/>
          <a:ln cap="flat" cmpd="sng" w="15875">
            <a:solidFill>
              <a:srgbClr val="FFFFFF">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6" name="Google Shape;36;p26"/>
          <p:cNvSpPr/>
          <p:nvPr/>
        </p:nvSpPr>
        <p:spPr>
          <a:xfrm rot="5400000">
            <a:off x="10706100" y="2324100"/>
            <a:ext cx="228600" cy="228600"/>
          </a:xfrm>
          <a:prstGeom prst="hexagon">
            <a:avLst>
              <a:gd fmla="val 25000" name="adj"/>
              <a:gd fmla="val 115470" name="vf"/>
            </a:avLst>
          </a:prstGeom>
          <a:solidFill>
            <a:srgbClr val="14C9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7" name="Google Shape;37;p26"/>
          <p:cNvSpPr/>
          <p:nvPr/>
        </p:nvSpPr>
        <p:spPr>
          <a:xfrm rot="5400000">
            <a:off x="11518900" y="3136900"/>
            <a:ext cx="381000" cy="381000"/>
          </a:xfrm>
          <a:prstGeom prst="hexagon">
            <a:avLst>
              <a:gd fmla="val 25000" name="adj"/>
              <a:gd fmla="val 115470" name="vf"/>
            </a:avLst>
          </a:prstGeom>
          <a:noFill/>
          <a:ln cap="flat" cmpd="sng" w="15875">
            <a:solidFill>
              <a:srgbClr val="FFFFFF">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8" name="Google Shape;38;p26"/>
          <p:cNvSpPr/>
          <p:nvPr/>
        </p:nvSpPr>
        <p:spPr>
          <a:xfrm rot="5400000">
            <a:off x="9486900" y="2425700"/>
            <a:ext cx="381000" cy="381000"/>
          </a:xfrm>
          <a:prstGeom prst="hexagon">
            <a:avLst>
              <a:gd fmla="val 25000" name="adj"/>
              <a:gd fmla="val 115470" name="vf"/>
            </a:avLst>
          </a:prstGeom>
          <a:noFill/>
          <a:ln cap="flat" cmpd="sng" w="15875">
            <a:solidFill>
              <a:srgbClr val="FFFFFF">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39" name="Google Shape;39;p26"/>
          <p:cNvSpPr/>
          <p:nvPr/>
        </p:nvSpPr>
        <p:spPr>
          <a:xfrm rot="5400000">
            <a:off x="8572500" y="1663700"/>
            <a:ext cx="381000" cy="381000"/>
          </a:xfrm>
          <a:prstGeom prst="hexagon">
            <a:avLst>
              <a:gd fmla="val 25000" name="adj"/>
              <a:gd fmla="val 115470" name="vf"/>
            </a:avLst>
          </a:prstGeom>
          <a:noFill/>
          <a:ln cap="flat" cmpd="sng" w="15875">
            <a:solidFill>
              <a:srgbClr val="FFFFFF">
                <a:alpha val="8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40" name="Google Shape;40;p26"/>
          <p:cNvSpPr/>
          <p:nvPr/>
        </p:nvSpPr>
        <p:spPr>
          <a:xfrm rot="5400000">
            <a:off x="11696700" y="139700"/>
            <a:ext cx="228600" cy="228600"/>
          </a:xfrm>
          <a:prstGeom prst="hexagon">
            <a:avLst>
              <a:gd fmla="val 25000" name="adj"/>
              <a:gd fmla="val 115470" name="vf"/>
            </a:avLst>
          </a:prstGeom>
          <a:solidFill>
            <a:srgbClr val="14C9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A1F3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6" name="Shape 46"/>
        <p:cNvGrpSpPr/>
        <p:nvPr/>
      </p:nvGrpSpPr>
      <p:grpSpPr>
        <a:xfrm>
          <a:off x="0" y="0"/>
          <a:ext cx="0" cy="0"/>
          <a:chOff x="0" y="0"/>
          <a:chExt cx="0" cy="0"/>
        </a:xfrm>
      </p:grpSpPr>
      <p:sp>
        <p:nvSpPr>
          <p:cNvPr id="47" name="Google Shape;47;p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A1F3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33475C"/>
              </a:buClr>
              <a:buSzPts val="1800"/>
              <a:buChar char="•"/>
              <a:defRPr/>
            </a:lvl1pPr>
            <a:lvl2pPr indent="-342900" lvl="1" marL="914400" algn="l">
              <a:lnSpc>
                <a:spcPct val="90000"/>
              </a:lnSpc>
              <a:spcBef>
                <a:spcPts val="500"/>
              </a:spcBef>
              <a:spcAft>
                <a:spcPts val="0"/>
              </a:spcAft>
              <a:buClr>
                <a:srgbClr val="33475C"/>
              </a:buClr>
              <a:buSzPts val="1800"/>
              <a:buChar char="•"/>
              <a:defRPr/>
            </a:lvl2pPr>
            <a:lvl3pPr indent="-342900" lvl="2" marL="1371600" algn="l">
              <a:lnSpc>
                <a:spcPct val="90000"/>
              </a:lnSpc>
              <a:spcBef>
                <a:spcPts val="500"/>
              </a:spcBef>
              <a:spcAft>
                <a:spcPts val="0"/>
              </a:spcAft>
              <a:buClr>
                <a:srgbClr val="33475C"/>
              </a:buClr>
              <a:buSzPts val="1800"/>
              <a:buChar char="•"/>
              <a:defRPr/>
            </a:lvl3pPr>
            <a:lvl4pPr indent="-342900" lvl="3" marL="1828800" algn="l">
              <a:lnSpc>
                <a:spcPct val="90000"/>
              </a:lnSpc>
              <a:spcBef>
                <a:spcPts val="500"/>
              </a:spcBef>
              <a:spcAft>
                <a:spcPts val="0"/>
              </a:spcAft>
              <a:buClr>
                <a:srgbClr val="33475C"/>
              </a:buClr>
              <a:buSzPts val="1800"/>
              <a:buChar char="•"/>
              <a:defRPr/>
            </a:lvl4pPr>
            <a:lvl5pPr indent="-342900" lvl="4" marL="2286000" algn="l">
              <a:lnSpc>
                <a:spcPct val="90000"/>
              </a:lnSpc>
              <a:spcBef>
                <a:spcPts val="500"/>
              </a:spcBef>
              <a:spcAft>
                <a:spcPts val="0"/>
              </a:spcAft>
              <a:buClr>
                <a:srgbClr val="33475C"/>
              </a:buClr>
              <a:buSzPts val="1800"/>
              <a:buChar char="•"/>
              <a:defRPr/>
            </a:lvl5pPr>
            <a:lvl6pPr indent="-342900" lvl="5" marL="2743200" algn="l">
              <a:lnSpc>
                <a:spcPct val="90000"/>
              </a:lnSpc>
              <a:spcBef>
                <a:spcPts val="500"/>
              </a:spcBef>
              <a:spcAft>
                <a:spcPts val="0"/>
              </a:spcAft>
              <a:buClr>
                <a:srgbClr val="33475C"/>
              </a:buClr>
              <a:buSzPts val="1800"/>
              <a:buChar char="•"/>
              <a:defRPr/>
            </a:lvl6pPr>
            <a:lvl7pPr indent="-342900" lvl="6" marL="3200400" algn="l">
              <a:lnSpc>
                <a:spcPct val="90000"/>
              </a:lnSpc>
              <a:spcBef>
                <a:spcPts val="500"/>
              </a:spcBef>
              <a:spcAft>
                <a:spcPts val="0"/>
              </a:spcAft>
              <a:buClr>
                <a:srgbClr val="33475C"/>
              </a:buClr>
              <a:buSzPts val="1800"/>
              <a:buChar char="•"/>
              <a:defRPr/>
            </a:lvl7pPr>
            <a:lvl8pPr indent="-342900" lvl="7" marL="3657600" algn="l">
              <a:lnSpc>
                <a:spcPct val="90000"/>
              </a:lnSpc>
              <a:spcBef>
                <a:spcPts val="500"/>
              </a:spcBef>
              <a:spcAft>
                <a:spcPts val="0"/>
              </a:spcAft>
              <a:buClr>
                <a:srgbClr val="33475C"/>
              </a:buClr>
              <a:buSzPts val="1800"/>
              <a:buChar char="•"/>
              <a:defRPr/>
            </a:lvl8pPr>
            <a:lvl9pPr indent="-342900" lvl="8" marL="4114800" algn="l">
              <a:lnSpc>
                <a:spcPct val="90000"/>
              </a:lnSpc>
              <a:spcBef>
                <a:spcPts val="500"/>
              </a:spcBef>
              <a:spcAft>
                <a:spcPts val="0"/>
              </a:spcAft>
              <a:buClr>
                <a:srgbClr val="33475C"/>
              </a:buClr>
              <a:buSzPts val="1800"/>
              <a:buChar char="•"/>
              <a:defRPr/>
            </a:lvl9pPr>
          </a:lstStyle>
          <a:p/>
        </p:txBody>
      </p:sp>
      <p:sp>
        <p:nvSpPr>
          <p:cNvPr id="49" name="Google Shape;49;p2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29"/>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A1F3C"/>
              </a:buClr>
              <a:buSzPts val="6000"/>
              <a:buFont typeface="Impact"/>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9"/>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A8F"/>
              </a:buClr>
              <a:buSzPts val="2400"/>
              <a:buNone/>
              <a:defRPr sz="2400">
                <a:solidFill>
                  <a:srgbClr val="888A8F"/>
                </a:solidFill>
              </a:defRPr>
            </a:lvl1pPr>
            <a:lvl2pPr indent="-228600" lvl="1" marL="914400" algn="l">
              <a:lnSpc>
                <a:spcPct val="90000"/>
              </a:lnSpc>
              <a:spcBef>
                <a:spcPts val="500"/>
              </a:spcBef>
              <a:spcAft>
                <a:spcPts val="0"/>
              </a:spcAft>
              <a:buClr>
                <a:srgbClr val="888A8F"/>
              </a:buClr>
              <a:buSzPts val="2000"/>
              <a:buNone/>
              <a:defRPr sz="2000">
                <a:solidFill>
                  <a:srgbClr val="888A8F"/>
                </a:solidFill>
              </a:defRPr>
            </a:lvl2pPr>
            <a:lvl3pPr indent="-228600" lvl="2" marL="1371600" algn="l">
              <a:lnSpc>
                <a:spcPct val="90000"/>
              </a:lnSpc>
              <a:spcBef>
                <a:spcPts val="500"/>
              </a:spcBef>
              <a:spcAft>
                <a:spcPts val="0"/>
              </a:spcAft>
              <a:buClr>
                <a:srgbClr val="888A8F"/>
              </a:buClr>
              <a:buSzPts val="1800"/>
              <a:buNone/>
              <a:defRPr sz="1800">
                <a:solidFill>
                  <a:srgbClr val="888A8F"/>
                </a:solidFill>
              </a:defRPr>
            </a:lvl3pPr>
            <a:lvl4pPr indent="-228600" lvl="3" marL="1828800" algn="l">
              <a:lnSpc>
                <a:spcPct val="90000"/>
              </a:lnSpc>
              <a:spcBef>
                <a:spcPts val="500"/>
              </a:spcBef>
              <a:spcAft>
                <a:spcPts val="0"/>
              </a:spcAft>
              <a:buClr>
                <a:srgbClr val="888A8F"/>
              </a:buClr>
              <a:buSzPts val="1600"/>
              <a:buNone/>
              <a:defRPr sz="1600">
                <a:solidFill>
                  <a:srgbClr val="888A8F"/>
                </a:solidFill>
              </a:defRPr>
            </a:lvl4pPr>
            <a:lvl5pPr indent="-228600" lvl="4" marL="2286000" algn="l">
              <a:lnSpc>
                <a:spcPct val="90000"/>
              </a:lnSpc>
              <a:spcBef>
                <a:spcPts val="500"/>
              </a:spcBef>
              <a:spcAft>
                <a:spcPts val="0"/>
              </a:spcAft>
              <a:buClr>
                <a:srgbClr val="888A8F"/>
              </a:buClr>
              <a:buSzPts val="1600"/>
              <a:buNone/>
              <a:defRPr sz="1600">
                <a:solidFill>
                  <a:srgbClr val="888A8F"/>
                </a:solidFill>
              </a:defRPr>
            </a:lvl5pPr>
            <a:lvl6pPr indent="-228600" lvl="5" marL="2743200" algn="l">
              <a:lnSpc>
                <a:spcPct val="90000"/>
              </a:lnSpc>
              <a:spcBef>
                <a:spcPts val="500"/>
              </a:spcBef>
              <a:spcAft>
                <a:spcPts val="0"/>
              </a:spcAft>
              <a:buClr>
                <a:srgbClr val="888A8F"/>
              </a:buClr>
              <a:buSzPts val="1600"/>
              <a:buNone/>
              <a:defRPr sz="1600">
                <a:solidFill>
                  <a:srgbClr val="888A8F"/>
                </a:solidFill>
              </a:defRPr>
            </a:lvl6pPr>
            <a:lvl7pPr indent="-228600" lvl="6" marL="3200400" algn="l">
              <a:lnSpc>
                <a:spcPct val="90000"/>
              </a:lnSpc>
              <a:spcBef>
                <a:spcPts val="500"/>
              </a:spcBef>
              <a:spcAft>
                <a:spcPts val="0"/>
              </a:spcAft>
              <a:buClr>
                <a:srgbClr val="888A8F"/>
              </a:buClr>
              <a:buSzPts val="1600"/>
              <a:buNone/>
              <a:defRPr sz="1600">
                <a:solidFill>
                  <a:srgbClr val="888A8F"/>
                </a:solidFill>
              </a:defRPr>
            </a:lvl7pPr>
            <a:lvl8pPr indent="-228600" lvl="7" marL="3657600" algn="l">
              <a:lnSpc>
                <a:spcPct val="90000"/>
              </a:lnSpc>
              <a:spcBef>
                <a:spcPts val="500"/>
              </a:spcBef>
              <a:spcAft>
                <a:spcPts val="0"/>
              </a:spcAft>
              <a:buClr>
                <a:srgbClr val="888A8F"/>
              </a:buClr>
              <a:buSzPts val="1600"/>
              <a:buNone/>
              <a:defRPr sz="1600">
                <a:solidFill>
                  <a:srgbClr val="888A8F"/>
                </a:solidFill>
              </a:defRPr>
            </a:lvl8pPr>
            <a:lvl9pPr indent="-228600" lvl="8" marL="4114800" algn="l">
              <a:lnSpc>
                <a:spcPct val="90000"/>
              </a:lnSpc>
              <a:spcBef>
                <a:spcPts val="500"/>
              </a:spcBef>
              <a:spcAft>
                <a:spcPts val="0"/>
              </a:spcAft>
              <a:buClr>
                <a:srgbClr val="888A8F"/>
              </a:buClr>
              <a:buSzPts val="1600"/>
              <a:buNone/>
              <a:defRPr sz="1600">
                <a:solidFill>
                  <a:srgbClr val="888A8F"/>
                </a:solidFill>
              </a:defRPr>
            </a:lvl9pPr>
          </a:lstStyle>
          <a:p/>
        </p:txBody>
      </p:sp>
      <p:sp>
        <p:nvSpPr>
          <p:cNvPr id="55" name="Google Shape;55;p2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8" name="Shape 58"/>
        <p:cNvGrpSpPr/>
        <p:nvPr/>
      </p:nvGrpSpPr>
      <p:grpSpPr>
        <a:xfrm>
          <a:off x="0" y="0"/>
          <a:ext cx="0" cy="0"/>
          <a:chOff x="0" y="0"/>
          <a:chExt cx="0" cy="0"/>
        </a:xfrm>
      </p:grpSpPr>
      <p:sp>
        <p:nvSpPr>
          <p:cNvPr id="59" name="Google Shape;59;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A1F3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33475C"/>
              </a:buClr>
              <a:buSzPts val="1800"/>
              <a:buChar char="•"/>
              <a:defRPr/>
            </a:lvl1pPr>
            <a:lvl2pPr indent="-342900" lvl="1" marL="914400" algn="l">
              <a:lnSpc>
                <a:spcPct val="90000"/>
              </a:lnSpc>
              <a:spcBef>
                <a:spcPts val="500"/>
              </a:spcBef>
              <a:spcAft>
                <a:spcPts val="0"/>
              </a:spcAft>
              <a:buClr>
                <a:srgbClr val="33475C"/>
              </a:buClr>
              <a:buSzPts val="1800"/>
              <a:buChar char="•"/>
              <a:defRPr/>
            </a:lvl2pPr>
            <a:lvl3pPr indent="-342900" lvl="2" marL="1371600" algn="l">
              <a:lnSpc>
                <a:spcPct val="90000"/>
              </a:lnSpc>
              <a:spcBef>
                <a:spcPts val="500"/>
              </a:spcBef>
              <a:spcAft>
                <a:spcPts val="0"/>
              </a:spcAft>
              <a:buClr>
                <a:srgbClr val="33475C"/>
              </a:buClr>
              <a:buSzPts val="1800"/>
              <a:buChar char="•"/>
              <a:defRPr/>
            </a:lvl3pPr>
            <a:lvl4pPr indent="-342900" lvl="3" marL="1828800" algn="l">
              <a:lnSpc>
                <a:spcPct val="90000"/>
              </a:lnSpc>
              <a:spcBef>
                <a:spcPts val="500"/>
              </a:spcBef>
              <a:spcAft>
                <a:spcPts val="0"/>
              </a:spcAft>
              <a:buClr>
                <a:srgbClr val="33475C"/>
              </a:buClr>
              <a:buSzPts val="1800"/>
              <a:buChar char="•"/>
              <a:defRPr/>
            </a:lvl4pPr>
            <a:lvl5pPr indent="-342900" lvl="4" marL="2286000" algn="l">
              <a:lnSpc>
                <a:spcPct val="90000"/>
              </a:lnSpc>
              <a:spcBef>
                <a:spcPts val="500"/>
              </a:spcBef>
              <a:spcAft>
                <a:spcPts val="0"/>
              </a:spcAft>
              <a:buClr>
                <a:srgbClr val="33475C"/>
              </a:buClr>
              <a:buSzPts val="1800"/>
              <a:buChar char="•"/>
              <a:defRPr/>
            </a:lvl5pPr>
            <a:lvl6pPr indent="-342900" lvl="5" marL="2743200" algn="l">
              <a:lnSpc>
                <a:spcPct val="90000"/>
              </a:lnSpc>
              <a:spcBef>
                <a:spcPts val="500"/>
              </a:spcBef>
              <a:spcAft>
                <a:spcPts val="0"/>
              </a:spcAft>
              <a:buClr>
                <a:srgbClr val="33475C"/>
              </a:buClr>
              <a:buSzPts val="1800"/>
              <a:buChar char="•"/>
              <a:defRPr/>
            </a:lvl6pPr>
            <a:lvl7pPr indent="-342900" lvl="6" marL="3200400" algn="l">
              <a:lnSpc>
                <a:spcPct val="90000"/>
              </a:lnSpc>
              <a:spcBef>
                <a:spcPts val="500"/>
              </a:spcBef>
              <a:spcAft>
                <a:spcPts val="0"/>
              </a:spcAft>
              <a:buClr>
                <a:srgbClr val="33475C"/>
              </a:buClr>
              <a:buSzPts val="1800"/>
              <a:buChar char="•"/>
              <a:defRPr/>
            </a:lvl7pPr>
            <a:lvl8pPr indent="-342900" lvl="7" marL="3657600" algn="l">
              <a:lnSpc>
                <a:spcPct val="90000"/>
              </a:lnSpc>
              <a:spcBef>
                <a:spcPts val="500"/>
              </a:spcBef>
              <a:spcAft>
                <a:spcPts val="0"/>
              </a:spcAft>
              <a:buClr>
                <a:srgbClr val="33475C"/>
              </a:buClr>
              <a:buSzPts val="1800"/>
              <a:buChar char="•"/>
              <a:defRPr/>
            </a:lvl8pPr>
            <a:lvl9pPr indent="-342900" lvl="8" marL="4114800" algn="l">
              <a:lnSpc>
                <a:spcPct val="90000"/>
              </a:lnSpc>
              <a:spcBef>
                <a:spcPts val="500"/>
              </a:spcBef>
              <a:spcAft>
                <a:spcPts val="0"/>
              </a:spcAft>
              <a:buClr>
                <a:srgbClr val="33475C"/>
              </a:buClr>
              <a:buSzPts val="1800"/>
              <a:buChar char="•"/>
              <a:defRPr/>
            </a:lvl9pPr>
          </a:lstStyle>
          <a:p/>
        </p:txBody>
      </p:sp>
      <p:sp>
        <p:nvSpPr>
          <p:cNvPr id="61" name="Google Shape;61;p30"/>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33475C"/>
              </a:buClr>
              <a:buSzPts val="1800"/>
              <a:buChar char="•"/>
              <a:defRPr/>
            </a:lvl1pPr>
            <a:lvl2pPr indent="-342900" lvl="1" marL="914400" algn="l">
              <a:lnSpc>
                <a:spcPct val="90000"/>
              </a:lnSpc>
              <a:spcBef>
                <a:spcPts val="500"/>
              </a:spcBef>
              <a:spcAft>
                <a:spcPts val="0"/>
              </a:spcAft>
              <a:buClr>
                <a:srgbClr val="33475C"/>
              </a:buClr>
              <a:buSzPts val="1800"/>
              <a:buChar char="•"/>
              <a:defRPr/>
            </a:lvl2pPr>
            <a:lvl3pPr indent="-342900" lvl="2" marL="1371600" algn="l">
              <a:lnSpc>
                <a:spcPct val="90000"/>
              </a:lnSpc>
              <a:spcBef>
                <a:spcPts val="500"/>
              </a:spcBef>
              <a:spcAft>
                <a:spcPts val="0"/>
              </a:spcAft>
              <a:buClr>
                <a:srgbClr val="33475C"/>
              </a:buClr>
              <a:buSzPts val="1800"/>
              <a:buChar char="•"/>
              <a:defRPr/>
            </a:lvl3pPr>
            <a:lvl4pPr indent="-342900" lvl="3" marL="1828800" algn="l">
              <a:lnSpc>
                <a:spcPct val="90000"/>
              </a:lnSpc>
              <a:spcBef>
                <a:spcPts val="500"/>
              </a:spcBef>
              <a:spcAft>
                <a:spcPts val="0"/>
              </a:spcAft>
              <a:buClr>
                <a:srgbClr val="33475C"/>
              </a:buClr>
              <a:buSzPts val="1800"/>
              <a:buChar char="•"/>
              <a:defRPr/>
            </a:lvl4pPr>
            <a:lvl5pPr indent="-342900" lvl="4" marL="2286000" algn="l">
              <a:lnSpc>
                <a:spcPct val="90000"/>
              </a:lnSpc>
              <a:spcBef>
                <a:spcPts val="500"/>
              </a:spcBef>
              <a:spcAft>
                <a:spcPts val="0"/>
              </a:spcAft>
              <a:buClr>
                <a:srgbClr val="33475C"/>
              </a:buClr>
              <a:buSzPts val="1800"/>
              <a:buChar char="•"/>
              <a:defRPr/>
            </a:lvl5pPr>
            <a:lvl6pPr indent="-342900" lvl="5" marL="2743200" algn="l">
              <a:lnSpc>
                <a:spcPct val="90000"/>
              </a:lnSpc>
              <a:spcBef>
                <a:spcPts val="500"/>
              </a:spcBef>
              <a:spcAft>
                <a:spcPts val="0"/>
              </a:spcAft>
              <a:buClr>
                <a:srgbClr val="33475C"/>
              </a:buClr>
              <a:buSzPts val="1800"/>
              <a:buChar char="•"/>
              <a:defRPr/>
            </a:lvl6pPr>
            <a:lvl7pPr indent="-342900" lvl="6" marL="3200400" algn="l">
              <a:lnSpc>
                <a:spcPct val="90000"/>
              </a:lnSpc>
              <a:spcBef>
                <a:spcPts val="500"/>
              </a:spcBef>
              <a:spcAft>
                <a:spcPts val="0"/>
              </a:spcAft>
              <a:buClr>
                <a:srgbClr val="33475C"/>
              </a:buClr>
              <a:buSzPts val="1800"/>
              <a:buChar char="•"/>
              <a:defRPr/>
            </a:lvl7pPr>
            <a:lvl8pPr indent="-342900" lvl="7" marL="3657600" algn="l">
              <a:lnSpc>
                <a:spcPct val="90000"/>
              </a:lnSpc>
              <a:spcBef>
                <a:spcPts val="500"/>
              </a:spcBef>
              <a:spcAft>
                <a:spcPts val="0"/>
              </a:spcAft>
              <a:buClr>
                <a:srgbClr val="33475C"/>
              </a:buClr>
              <a:buSzPts val="1800"/>
              <a:buChar char="•"/>
              <a:defRPr/>
            </a:lvl8pPr>
            <a:lvl9pPr indent="-342900" lvl="8" marL="4114800" algn="l">
              <a:lnSpc>
                <a:spcPct val="90000"/>
              </a:lnSpc>
              <a:spcBef>
                <a:spcPts val="500"/>
              </a:spcBef>
              <a:spcAft>
                <a:spcPts val="0"/>
              </a:spcAft>
              <a:buClr>
                <a:srgbClr val="33475C"/>
              </a:buClr>
              <a:buSzPts val="1800"/>
              <a:buChar char="•"/>
              <a:defRPr/>
            </a:lvl9pPr>
          </a:lstStyle>
          <a:p/>
        </p:txBody>
      </p:sp>
      <p:sp>
        <p:nvSpPr>
          <p:cNvPr id="62" name="Google Shape;62;p3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5" name="Shape 65"/>
        <p:cNvGrpSpPr/>
        <p:nvPr/>
      </p:nvGrpSpPr>
      <p:grpSpPr>
        <a:xfrm>
          <a:off x="0" y="0"/>
          <a:ext cx="0" cy="0"/>
          <a:chOff x="0" y="0"/>
          <a:chExt cx="0" cy="0"/>
        </a:xfrm>
      </p:grpSpPr>
      <p:sp>
        <p:nvSpPr>
          <p:cNvPr id="66" name="Google Shape;66;p31"/>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A1F3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33475C"/>
              </a:buClr>
              <a:buSzPts val="2400"/>
              <a:buNone/>
              <a:defRPr b="1" sz="2400"/>
            </a:lvl1pPr>
            <a:lvl2pPr indent="-228600" lvl="1" marL="914400" algn="l">
              <a:lnSpc>
                <a:spcPct val="90000"/>
              </a:lnSpc>
              <a:spcBef>
                <a:spcPts val="500"/>
              </a:spcBef>
              <a:spcAft>
                <a:spcPts val="0"/>
              </a:spcAft>
              <a:buClr>
                <a:srgbClr val="33475C"/>
              </a:buClr>
              <a:buSzPts val="2000"/>
              <a:buNone/>
              <a:defRPr b="1" sz="2000"/>
            </a:lvl2pPr>
            <a:lvl3pPr indent="-228600" lvl="2" marL="1371600" algn="l">
              <a:lnSpc>
                <a:spcPct val="90000"/>
              </a:lnSpc>
              <a:spcBef>
                <a:spcPts val="500"/>
              </a:spcBef>
              <a:spcAft>
                <a:spcPts val="0"/>
              </a:spcAft>
              <a:buClr>
                <a:srgbClr val="33475C"/>
              </a:buClr>
              <a:buSzPts val="1800"/>
              <a:buNone/>
              <a:defRPr b="1" sz="1800"/>
            </a:lvl3pPr>
            <a:lvl4pPr indent="-228600" lvl="3" marL="1828800" algn="l">
              <a:lnSpc>
                <a:spcPct val="90000"/>
              </a:lnSpc>
              <a:spcBef>
                <a:spcPts val="500"/>
              </a:spcBef>
              <a:spcAft>
                <a:spcPts val="0"/>
              </a:spcAft>
              <a:buClr>
                <a:srgbClr val="33475C"/>
              </a:buClr>
              <a:buSzPts val="1600"/>
              <a:buNone/>
              <a:defRPr b="1" sz="1600"/>
            </a:lvl4pPr>
            <a:lvl5pPr indent="-228600" lvl="4" marL="2286000" algn="l">
              <a:lnSpc>
                <a:spcPct val="90000"/>
              </a:lnSpc>
              <a:spcBef>
                <a:spcPts val="500"/>
              </a:spcBef>
              <a:spcAft>
                <a:spcPts val="0"/>
              </a:spcAft>
              <a:buClr>
                <a:srgbClr val="33475C"/>
              </a:buClr>
              <a:buSzPts val="1600"/>
              <a:buNone/>
              <a:defRPr b="1" sz="1600"/>
            </a:lvl5pPr>
            <a:lvl6pPr indent="-228600" lvl="5" marL="2743200" algn="l">
              <a:lnSpc>
                <a:spcPct val="90000"/>
              </a:lnSpc>
              <a:spcBef>
                <a:spcPts val="500"/>
              </a:spcBef>
              <a:spcAft>
                <a:spcPts val="0"/>
              </a:spcAft>
              <a:buClr>
                <a:srgbClr val="33475C"/>
              </a:buClr>
              <a:buSzPts val="1600"/>
              <a:buNone/>
              <a:defRPr b="1" sz="1600"/>
            </a:lvl6pPr>
            <a:lvl7pPr indent="-228600" lvl="6" marL="3200400" algn="l">
              <a:lnSpc>
                <a:spcPct val="90000"/>
              </a:lnSpc>
              <a:spcBef>
                <a:spcPts val="500"/>
              </a:spcBef>
              <a:spcAft>
                <a:spcPts val="0"/>
              </a:spcAft>
              <a:buClr>
                <a:srgbClr val="33475C"/>
              </a:buClr>
              <a:buSzPts val="1600"/>
              <a:buNone/>
              <a:defRPr b="1" sz="1600"/>
            </a:lvl7pPr>
            <a:lvl8pPr indent="-228600" lvl="7" marL="3657600" algn="l">
              <a:lnSpc>
                <a:spcPct val="90000"/>
              </a:lnSpc>
              <a:spcBef>
                <a:spcPts val="500"/>
              </a:spcBef>
              <a:spcAft>
                <a:spcPts val="0"/>
              </a:spcAft>
              <a:buClr>
                <a:srgbClr val="33475C"/>
              </a:buClr>
              <a:buSzPts val="1600"/>
              <a:buNone/>
              <a:defRPr b="1" sz="1600"/>
            </a:lvl8pPr>
            <a:lvl9pPr indent="-228600" lvl="8" marL="4114800" algn="l">
              <a:lnSpc>
                <a:spcPct val="90000"/>
              </a:lnSpc>
              <a:spcBef>
                <a:spcPts val="500"/>
              </a:spcBef>
              <a:spcAft>
                <a:spcPts val="0"/>
              </a:spcAft>
              <a:buClr>
                <a:srgbClr val="33475C"/>
              </a:buClr>
              <a:buSzPts val="1600"/>
              <a:buNone/>
              <a:defRPr b="1" sz="1600"/>
            </a:lvl9pPr>
          </a:lstStyle>
          <a:p/>
        </p:txBody>
      </p:sp>
      <p:sp>
        <p:nvSpPr>
          <p:cNvPr id="68" name="Google Shape;68;p31"/>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33475C"/>
              </a:buClr>
              <a:buSzPts val="1800"/>
              <a:buChar char="•"/>
              <a:defRPr/>
            </a:lvl1pPr>
            <a:lvl2pPr indent="-342900" lvl="1" marL="914400" algn="l">
              <a:lnSpc>
                <a:spcPct val="90000"/>
              </a:lnSpc>
              <a:spcBef>
                <a:spcPts val="500"/>
              </a:spcBef>
              <a:spcAft>
                <a:spcPts val="0"/>
              </a:spcAft>
              <a:buClr>
                <a:srgbClr val="33475C"/>
              </a:buClr>
              <a:buSzPts val="1800"/>
              <a:buChar char="•"/>
              <a:defRPr/>
            </a:lvl2pPr>
            <a:lvl3pPr indent="-342900" lvl="2" marL="1371600" algn="l">
              <a:lnSpc>
                <a:spcPct val="90000"/>
              </a:lnSpc>
              <a:spcBef>
                <a:spcPts val="500"/>
              </a:spcBef>
              <a:spcAft>
                <a:spcPts val="0"/>
              </a:spcAft>
              <a:buClr>
                <a:srgbClr val="33475C"/>
              </a:buClr>
              <a:buSzPts val="1800"/>
              <a:buChar char="•"/>
              <a:defRPr/>
            </a:lvl3pPr>
            <a:lvl4pPr indent="-342900" lvl="3" marL="1828800" algn="l">
              <a:lnSpc>
                <a:spcPct val="90000"/>
              </a:lnSpc>
              <a:spcBef>
                <a:spcPts val="500"/>
              </a:spcBef>
              <a:spcAft>
                <a:spcPts val="0"/>
              </a:spcAft>
              <a:buClr>
                <a:srgbClr val="33475C"/>
              </a:buClr>
              <a:buSzPts val="1800"/>
              <a:buChar char="•"/>
              <a:defRPr/>
            </a:lvl4pPr>
            <a:lvl5pPr indent="-342900" lvl="4" marL="2286000" algn="l">
              <a:lnSpc>
                <a:spcPct val="90000"/>
              </a:lnSpc>
              <a:spcBef>
                <a:spcPts val="500"/>
              </a:spcBef>
              <a:spcAft>
                <a:spcPts val="0"/>
              </a:spcAft>
              <a:buClr>
                <a:srgbClr val="33475C"/>
              </a:buClr>
              <a:buSzPts val="1800"/>
              <a:buChar char="•"/>
              <a:defRPr/>
            </a:lvl5pPr>
            <a:lvl6pPr indent="-342900" lvl="5" marL="2743200" algn="l">
              <a:lnSpc>
                <a:spcPct val="90000"/>
              </a:lnSpc>
              <a:spcBef>
                <a:spcPts val="500"/>
              </a:spcBef>
              <a:spcAft>
                <a:spcPts val="0"/>
              </a:spcAft>
              <a:buClr>
                <a:srgbClr val="33475C"/>
              </a:buClr>
              <a:buSzPts val="1800"/>
              <a:buChar char="•"/>
              <a:defRPr/>
            </a:lvl6pPr>
            <a:lvl7pPr indent="-342900" lvl="6" marL="3200400" algn="l">
              <a:lnSpc>
                <a:spcPct val="90000"/>
              </a:lnSpc>
              <a:spcBef>
                <a:spcPts val="500"/>
              </a:spcBef>
              <a:spcAft>
                <a:spcPts val="0"/>
              </a:spcAft>
              <a:buClr>
                <a:srgbClr val="33475C"/>
              </a:buClr>
              <a:buSzPts val="1800"/>
              <a:buChar char="•"/>
              <a:defRPr/>
            </a:lvl7pPr>
            <a:lvl8pPr indent="-342900" lvl="7" marL="3657600" algn="l">
              <a:lnSpc>
                <a:spcPct val="90000"/>
              </a:lnSpc>
              <a:spcBef>
                <a:spcPts val="500"/>
              </a:spcBef>
              <a:spcAft>
                <a:spcPts val="0"/>
              </a:spcAft>
              <a:buClr>
                <a:srgbClr val="33475C"/>
              </a:buClr>
              <a:buSzPts val="1800"/>
              <a:buChar char="•"/>
              <a:defRPr/>
            </a:lvl8pPr>
            <a:lvl9pPr indent="-342900" lvl="8" marL="4114800" algn="l">
              <a:lnSpc>
                <a:spcPct val="90000"/>
              </a:lnSpc>
              <a:spcBef>
                <a:spcPts val="500"/>
              </a:spcBef>
              <a:spcAft>
                <a:spcPts val="0"/>
              </a:spcAft>
              <a:buClr>
                <a:srgbClr val="33475C"/>
              </a:buClr>
              <a:buSzPts val="1800"/>
              <a:buChar char="•"/>
              <a:defRPr/>
            </a:lvl9pPr>
          </a:lstStyle>
          <a:p/>
        </p:txBody>
      </p:sp>
      <p:sp>
        <p:nvSpPr>
          <p:cNvPr id="69" name="Google Shape;69;p31"/>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33475C"/>
              </a:buClr>
              <a:buSzPts val="2400"/>
              <a:buNone/>
              <a:defRPr b="1" sz="2400"/>
            </a:lvl1pPr>
            <a:lvl2pPr indent="-228600" lvl="1" marL="914400" algn="l">
              <a:lnSpc>
                <a:spcPct val="90000"/>
              </a:lnSpc>
              <a:spcBef>
                <a:spcPts val="500"/>
              </a:spcBef>
              <a:spcAft>
                <a:spcPts val="0"/>
              </a:spcAft>
              <a:buClr>
                <a:srgbClr val="33475C"/>
              </a:buClr>
              <a:buSzPts val="2000"/>
              <a:buNone/>
              <a:defRPr b="1" sz="2000"/>
            </a:lvl2pPr>
            <a:lvl3pPr indent="-228600" lvl="2" marL="1371600" algn="l">
              <a:lnSpc>
                <a:spcPct val="90000"/>
              </a:lnSpc>
              <a:spcBef>
                <a:spcPts val="500"/>
              </a:spcBef>
              <a:spcAft>
                <a:spcPts val="0"/>
              </a:spcAft>
              <a:buClr>
                <a:srgbClr val="33475C"/>
              </a:buClr>
              <a:buSzPts val="1800"/>
              <a:buNone/>
              <a:defRPr b="1" sz="1800"/>
            </a:lvl3pPr>
            <a:lvl4pPr indent="-228600" lvl="3" marL="1828800" algn="l">
              <a:lnSpc>
                <a:spcPct val="90000"/>
              </a:lnSpc>
              <a:spcBef>
                <a:spcPts val="500"/>
              </a:spcBef>
              <a:spcAft>
                <a:spcPts val="0"/>
              </a:spcAft>
              <a:buClr>
                <a:srgbClr val="33475C"/>
              </a:buClr>
              <a:buSzPts val="1600"/>
              <a:buNone/>
              <a:defRPr b="1" sz="1600"/>
            </a:lvl4pPr>
            <a:lvl5pPr indent="-228600" lvl="4" marL="2286000" algn="l">
              <a:lnSpc>
                <a:spcPct val="90000"/>
              </a:lnSpc>
              <a:spcBef>
                <a:spcPts val="500"/>
              </a:spcBef>
              <a:spcAft>
                <a:spcPts val="0"/>
              </a:spcAft>
              <a:buClr>
                <a:srgbClr val="33475C"/>
              </a:buClr>
              <a:buSzPts val="1600"/>
              <a:buNone/>
              <a:defRPr b="1" sz="1600"/>
            </a:lvl5pPr>
            <a:lvl6pPr indent="-228600" lvl="5" marL="2743200" algn="l">
              <a:lnSpc>
                <a:spcPct val="90000"/>
              </a:lnSpc>
              <a:spcBef>
                <a:spcPts val="500"/>
              </a:spcBef>
              <a:spcAft>
                <a:spcPts val="0"/>
              </a:spcAft>
              <a:buClr>
                <a:srgbClr val="33475C"/>
              </a:buClr>
              <a:buSzPts val="1600"/>
              <a:buNone/>
              <a:defRPr b="1" sz="1600"/>
            </a:lvl6pPr>
            <a:lvl7pPr indent="-228600" lvl="6" marL="3200400" algn="l">
              <a:lnSpc>
                <a:spcPct val="90000"/>
              </a:lnSpc>
              <a:spcBef>
                <a:spcPts val="500"/>
              </a:spcBef>
              <a:spcAft>
                <a:spcPts val="0"/>
              </a:spcAft>
              <a:buClr>
                <a:srgbClr val="33475C"/>
              </a:buClr>
              <a:buSzPts val="1600"/>
              <a:buNone/>
              <a:defRPr b="1" sz="1600"/>
            </a:lvl7pPr>
            <a:lvl8pPr indent="-228600" lvl="7" marL="3657600" algn="l">
              <a:lnSpc>
                <a:spcPct val="90000"/>
              </a:lnSpc>
              <a:spcBef>
                <a:spcPts val="500"/>
              </a:spcBef>
              <a:spcAft>
                <a:spcPts val="0"/>
              </a:spcAft>
              <a:buClr>
                <a:srgbClr val="33475C"/>
              </a:buClr>
              <a:buSzPts val="1600"/>
              <a:buNone/>
              <a:defRPr b="1" sz="1600"/>
            </a:lvl8pPr>
            <a:lvl9pPr indent="-228600" lvl="8" marL="4114800" algn="l">
              <a:lnSpc>
                <a:spcPct val="90000"/>
              </a:lnSpc>
              <a:spcBef>
                <a:spcPts val="500"/>
              </a:spcBef>
              <a:spcAft>
                <a:spcPts val="0"/>
              </a:spcAft>
              <a:buClr>
                <a:srgbClr val="33475C"/>
              </a:buClr>
              <a:buSzPts val="1600"/>
              <a:buNone/>
              <a:defRPr b="1" sz="1600"/>
            </a:lvl9pPr>
          </a:lstStyle>
          <a:p/>
        </p:txBody>
      </p:sp>
      <p:sp>
        <p:nvSpPr>
          <p:cNvPr id="70" name="Google Shape;70;p31"/>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33475C"/>
              </a:buClr>
              <a:buSzPts val="1800"/>
              <a:buChar char="•"/>
              <a:defRPr/>
            </a:lvl1pPr>
            <a:lvl2pPr indent="-342900" lvl="1" marL="914400" algn="l">
              <a:lnSpc>
                <a:spcPct val="90000"/>
              </a:lnSpc>
              <a:spcBef>
                <a:spcPts val="500"/>
              </a:spcBef>
              <a:spcAft>
                <a:spcPts val="0"/>
              </a:spcAft>
              <a:buClr>
                <a:srgbClr val="33475C"/>
              </a:buClr>
              <a:buSzPts val="1800"/>
              <a:buChar char="•"/>
              <a:defRPr/>
            </a:lvl2pPr>
            <a:lvl3pPr indent="-342900" lvl="2" marL="1371600" algn="l">
              <a:lnSpc>
                <a:spcPct val="90000"/>
              </a:lnSpc>
              <a:spcBef>
                <a:spcPts val="500"/>
              </a:spcBef>
              <a:spcAft>
                <a:spcPts val="0"/>
              </a:spcAft>
              <a:buClr>
                <a:srgbClr val="33475C"/>
              </a:buClr>
              <a:buSzPts val="1800"/>
              <a:buChar char="•"/>
              <a:defRPr/>
            </a:lvl3pPr>
            <a:lvl4pPr indent="-342900" lvl="3" marL="1828800" algn="l">
              <a:lnSpc>
                <a:spcPct val="90000"/>
              </a:lnSpc>
              <a:spcBef>
                <a:spcPts val="500"/>
              </a:spcBef>
              <a:spcAft>
                <a:spcPts val="0"/>
              </a:spcAft>
              <a:buClr>
                <a:srgbClr val="33475C"/>
              </a:buClr>
              <a:buSzPts val="1800"/>
              <a:buChar char="•"/>
              <a:defRPr/>
            </a:lvl4pPr>
            <a:lvl5pPr indent="-342900" lvl="4" marL="2286000" algn="l">
              <a:lnSpc>
                <a:spcPct val="90000"/>
              </a:lnSpc>
              <a:spcBef>
                <a:spcPts val="500"/>
              </a:spcBef>
              <a:spcAft>
                <a:spcPts val="0"/>
              </a:spcAft>
              <a:buClr>
                <a:srgbClr val="33475C"/>
              </a:buClr>
              <a:buSzPts val="1800"/>
              <a:buChar char="•"/>
              <a:defRPr/>
            </a:lvl5pPr>
            <a:lvl6pPr indent="-342900" lvl="5" marL="2743200" algn="l">
              <a:lnSpc>
                <a:spcPct val="90000"/>
              </a:lnSpc>
              <a:spcBef>
                <a:spcPts val="500"/>
              </a:spcBef>
              <a:spcAft>
                <a:spcPts val="0"/>
              </a:spcAft>
              <a:buClr>
                <a:srgbClr val="33475C"/>
              </a:buClr>
              <a:buSzPts val="1800"/>
              <a:buChar char="•"/>
              <a:defRPr/>
            </a:lvl6pPr>
            <a:lvl7pPr indent="-342900" lvl="6" marL="3200400" algn="l">
              <a:lnSpc>
                <a:spcPct val="90000"/>
              </a:lnSpc>
              <a:spcBef>
                <a:spcPts val="500"/>
              </a:spcBef>
              <a:spcAft>
                <a:spcPts val="0"/>
              </a:spcAft>
              <a:buClr>
                <a:srgbClr val="33475C"/>
              </a:buClr>
              <a:buSzPts val="1800"/>
              <a:buChar char="•"/>
              <a:defRPr/>
            </a:lvl7pPr>
            <a:lvl8pPr indent="-342900" lvl="7" marL="3657600" algn="l">
              <a:lnSpc>
                <a:spcPct val="90000"/>
              </a:lnSpc>
              <a:spcBef>
                <a:spcPts val="500"/>
              </a:spcBef>
              <a:spcAft>
                <a:spcPts val="0"/>
              </a:spcAft>
              <a:buClr>
                <a:srgbClr val="33475C"/>
              </a:buClr>
              <a:buSzPts val="1800"/>
              <a:buChar char="•"/>
              <a:defRPr/>
            </a:lvl8pPr>
            <a:lvl9pPr indent="-342900" lvl="8" marL="4114800" algn="l">
              <a:lnSpc>
                <a:spcPct val="90000"/>
              </a:lnSpc>
              <a:spcBef>
                <a:spcPts val="500"/>
              </a:spcBef>
              <a:spcAft>
                <a:spcPts val="0"/>
              </a:spcAft>
              <a:buClr>
                <a:srgbClr val="33475C"/>
              </a:buClr>
              <a:buSzPts val="1800"/>
              <a:buChar char="•"/>
              <a:defRPr/>
            </a:lvl9pPr>
          </a:lstStyle>
          <a:p/>
        </p:txBody>
      </p:sp>
      <p:sp>
        <p:nvSpPr>
          <p:cNvPr id="71" name="Google Shape;71;p3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3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33"/>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A1F3C"/>
              </a:buClr>
              <a:buSzPts val="3200"/>
              <a:buFont typeface="Impac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 type="body"/>
          </p:nvPr>
        </p:nvSpPr>
        <p:spPr>
          <a:xfrm>
            <a:off x="5183188" y="987425"/>
            <a:ext cx="61722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33475C"/>
              </a:buClr>
              <a:buSzPts val="3200"/>
              <a:buChar char="•"/>
              <a:defRPr sz="3200"/>
            </a:lvl1pPr>
            <a:lvl2pPr indent="-406400" lvl="1" marL="914400" algn="l">
              <a:lnSpc>
                <a:spcPct val="90000"/>
              </a:lnSpc>
              <a:spcBef>
                <a:spcPts val="500"/>
              </a:spcBef>
              <a:spcAft>
                <a:spcPts val="0"/>
              </a:spcAft>
              <a:buClr>
                <a:srgbClr val="33475C"/>
              </a:buClr>
              <a:buSzPts val="2800"/>
              <a:buChar char="•"/>
              <a:defRPr sz="2800"/>
            </a:lvl2pPr>
            <a:lvl3pPr indent="-381000" lvl="2" marL="1371600" algn="l">
              <a:lnSpc>
                <a:spcPct val="90000"/>
              </a:lnSpc>
              <a:spcBef>
                <a:spcPts val="500"/>
              </a:spcBef>
              <a:spcAft>
                <a:spcPts val="0"/>
              </a:spcAft>
              <a:buClr>
                <a:srgbClr val="33475C"/>
              </a:buClr>
              <a:buSzPts val="2400"/>
              <a:buChar char="•"/>
              <a:defRPr sz="2400"/>
            </a:lvl3pPr>
            <a:lvl4pPr indent="-355600" lvl="3" marL="1828800" algn="l">
              <a:lnSpc>
                <a:spcPct val="90000"/>
              </a:lnSpc>
              <a:spcBef>
                <a:spcPts val="500"/>
              </a:spcBef>
              <a:spcAft>
                <a:spcPts val="0"/>
              </a:spcAft>
              <a:buClr>
                <a:srgbClr val="33475C"/>
              </a:buClr>
              <a:buSzPts val="2000"/>
              <a:buChar char="•"/>
              <a:defRPr sz="2000"/>
            </a:lvl4pPr>
            <a:lvl5pPr indent="-355600" lvl="4" marL="2286000" algn="l">
              <a:lnSpc>
                <a:spcPct val="90000"/>
              </a:lnSpc>
              <a:spcBef>
                <a:spcPts val="500"/>
              </a:spcBef>
              <a:spcAft>
                <a:spcPts val="0"/>
              </a:spcAft>
              <a:buClr>
                <a:srgbClr val="33475C"/>
              </a:buClr>
              <a:buSzPts val="2000"/>
              <a:buChar char="•"/>
              <a:defRPr sz="2000"/>
            </a:lvl5pPr>
            <a:lvl6pPr indent="-355600" lvl="5" marL="2743200" algn="l">
              <a:lnSpc>
                <a:spcPct val="90000"/>
              </a:lnSpc>
              <a:spcBef>
                <a:spcPts val="500"/>
              </a:spcBef>
              <a:spcAft>
                <a:spcPts val="0"/>
              </a:spcAft>
              <a:buClr>
                <a:srgbClr val="33475C"/>
              </a:buClr>
              <a:buSzPts val="2000"/>
              <a:buChar char="•"/>
              <a:defRPr sz="2000"/>
            </a:lvl6pPr>
            <a:lvl7pPr indent="-355600" lvl="6" marL="3200400" algn="l">
              <a:lnSpc>
                <a:spcPct val="90000"/>
              </a:lnSpc>
              <a:spcBef>
                <a:spcPts val="500"/>
              </a:spcBef>
              <a:spcAft>
                <a:spcPts val="0"/>
              </a:spcAft>
              <a:buClr>
                <a:srgbClr val="33475C"/>
              </a:buClr>
              <a:buSzPts val="2000"/>
              <a:buChar char="•"/>
              <a:defRPr sz="2000"/>
            </a:lvl7pPr>
            <a:lvl8pPr indent="-355600" lvl="7" marL="3657600" algn="l">
              <a:lnSpc>
                <a:spcPct val="90000"/>
              </a:lnSpc>
              <a:spcBef>
                <a:spcPts val="500"/>
              </a:spcBef>
              <a:spcAft>
                <a:spcPts val="0"/>
              </a:spcAft>
              <a:buClr>
                <a:srgbClr val="33475C"/>
              </a:buClr>
              <a:buSzPts val="2000"/>
              <a:buChar char="•"/>
              <a:defRPr sz="2000"/>
            </a:lvl8pPr>
            <a:lvl9pPr indent="-355600" lvl="8" marL="4114800" algn="l">
              <a:lnSpc>
                <a:spcPct val="90000"/>
              </a:lnSpc>
              <a:spcBef>
                <a:spcPts val="500"/>
              </a:spcBef>
              <a:spcAft>
                <a:spcPts val="0"/>
              </a:spcAft>
              <a:buClr>
                <a:srgbClr val="33475C"/>
              </a:buClr>
              <a:buSzPts val="2000"/>
              <a:buChar char="•"/>
              <a:defRPr sz="2000"/>
            </a:lvl9pPr>
          </a:lstStyle>
          <a:p/>
        </p:txBody>
      </p:sp>
      <p:sp>
        <p:nvSpPr>
          <p:cNvPr id="81" name="Google Shape;81;p33"/>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3475C"/>
              </a:buClr>
              <a:buSzPts val="1600"/>
              <a:buNone/>
              <a:defRPr sz="1600"/>
            </a:lvl1pPr>
            <a:lvl2pPr indent="-228600" lvl="1" marL="914400" algn="l">
              <a:lnSpc>
                <a:spcPct val="90000"/>
              </a:lnSpc>
              <a:spcBef>
                <a:spcPts val="500"/>
              </a:spcBef>
              <a:spcAft>
                <a:spcPts val="0"/>
              </a:spcAft>
              <a:buClr>
                <a:srgbClr val="33475C"/>
              </a:buClr>
              <a:buSzPts val="1400"/>
              <a:buNone/>
              <a:defRPr sz="1400"/>
            </a:lvl2pPr>
            <a:lvl3pPr indent="-228600" lvl="2" marL="1371600" algn="l">
              <a:lnSpc>
                <a:spcPct val="90000"/>
              </a:lnSpc>
              <a:spcBef>
                <a:spcPts val="500"/>
              </a:spcBef>
              <a:spcAft>
                <a:spcPts val="0"/>
              </a:spcAft>
              <a:buClr>
                <a:srgbClr val="33475C"/>
              </a:buClr>
              <a:buSzPts val="1200"/>
              <a:buNone/>
              <a:defRPr sz="1200"/>
            </a:lvl3pPr>
            <a:lvl4pPr indent="-228600" lvl="3" marL="1828800" algn="l">
              <a:lnSpc>
                <a:spcPct val="90000"/>
              </a:lnSpc>
              <a:spcBef>
                <a:spcPts val="500"/>
              </a:spcBef>
              <a:spcAft>
                <a:spcPts val="0"/>
              </a:spcAft>
              <a:buClr>
                <a:srgbClr val="33475C"/>
              </a:buClr>
              <a:buSzPts val="1000"/>
              <a:buNone/>
              <a:defRPr sz="1000"/>
            </a:lvl4pPr>
            <a:lvl5pPr indent="-228600" lvl="4" marL="2286000" algn="l">
              <a:lnSpc>
                <a:spcPct val="90000"/>
              </a:lnSpc>
              <a:spcBef>
                <a:spcPts val="500"/>
              </a:spcBef>
              <a:spcAft>
                <a:spcPts val="0"/>
              </a:spcAft>
              <a:buClr>
                <a:srgbClr val="33475C"/>
              </a:buClr>
              <a:buSzPts val="1000"/>
              <a:buNone/>
              <a:defRPr sz="1000"/>
            </a:lvl5pPr>
            <a:lvl6pPr indent="-228600" lvl="5" marL="2743200" algn="l">
              <a:lnSpc>
                <a:spcPct val="90000"/>
              </a:lnSpc>
              <a:spcBef>
                <a:spcPts val="500"/>
              </a:spcBef>
              <a:spcAft>
                <a:spcPts val="0"/>
              </a:spcAft>
              <a:buClr>
                <a:srgbClr val="33475C"/>
              </a:buClr>
              <a:buSzPts val="1000"/>
              <a:buNone/>
              <a:defRPr sz="1000"/>
            </a:lvl6pPr>
            <a:lvl7pPr indent="-228600" lvl="6" marL="3200400" algn="l">
              <a:lnSpc>
                <a:spcPct val="90000"/>
              </a:lnSpc>
              <a:spcBef>
                <a:spcPts val="500"/>
              </a:spcBef>
              <a:spcAft>
                <a:spcPts val="0"/>
              </a:spcAft>
              <a:buClr>
                <a:srgbClr val="33475C"/>
              </a:buClr>
              <a:buSzPts val="1000"/>
              <a:buNone/>
              <a:defRPr sz="1000"/>
            </a:lvl7pPr>
            <a:lvl8pPr indent="-228600" lvl="7" marL="3657600" algn="l">
              <a:lnSpc>
                <a:spcPct val="90000"/>
              </a:lnSpc>
              <a:spcBef>
                <a:spcPts val="500"/>
              </a:spcBef>
              <a:spcAft>
                <a:spcPts val="0"/>
              </a:spcAft>
              <a:buClr>
                <a:srgbClr val="33475C"/>
              </a:buClr>
              <a:buSzPts val="1000"/>
              <a:buNone/>
              <a:defRPr sz="1000"/>
            </a:lvl8pPr>
            <a:lvl9pPr indent="-228600" lvl="8" marL="4114800" algn="l">
              <a:lnSpc>
                <a:spcPct val="90000"/>
              </a:lnSpc>
              <a:spcBef>
                <a:spcPts val="500"/>
              </a:spcBef>
              <a:spcAft>
                <a:spcPts val="0"/>
              </a:spcAft>
              <a:buClr>
                <a:srgbClr val="33475C"/>
              </a:buClr>
              <a:buSzPts val="1000"/>
              <a:buNone/>
              <a:defRPr sz="1000"/>
            </a:lvl9pPr>
          </a:lstStyle>
          <a:p/>
        </p:txBody>
      </p:sp>
      <p:sp>
        <p:nvSpPr>
          <p:cNvPr id="82" name="Google Shape;82;p3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34"/>
          <p:cNvSpPr txBox="1"/>
          <p:nvPr>
            <p:ph type="title"/>
          </p:nvPr>
        </p:nvSpPr>
        <p:spPr>
          <a:xfrm>
            <a:off x="839788"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A1F3C"/>
              </a:buClr>
              <a:buSzPts val="3200"/>
              <a:buFont typeface="Impac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p:nvPr>
            <p:ph idx="2" type="pic"/>
          </p:nvPr>
        </p:nvSpPr>
        <p:spPr>
          <a:xfrm>
            <a:off x="5183188" y="987425"/>
            <a:ext cx="6172200" cy="4873500"/>
          </a:xfrm>
          <a:prstGeom prst="rect">
            <a:avLst/>
          </a:prstGeom>
          <a:noFill/>
          <a:ln>
            <a:noFill/>
          </a:ln>
        </p:spPr>
      </p:sp>
      <p:sp>
        <p:nvSpPr>
          <p:cNvPr id="88" name="Google Shape;88;p34"/>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33475C"/>
              </a:buClr>
              <a:buSzPts val="1600"/>
              <a:buNone/>
              <a:defRPr sz="1600"/>
            </a:lvl1pPr>
            <a:lvl2pPr indent="-228600" lvl="1" marL="914400" algn="l">
              <a:lnSpc>
                <a:spcPct val="90000"/>
              </a:lnSpc>
              <a:spcBef>
                <a:spcPts val="500"/>
              </a:spcBef>
              <a:spcAft>
                <a:spcPts val="0"/>
              </a:spcAft>
              <a:buClr>
                <a:srgbClr val="33475C"/>
              </a:buClr>
              <a:buSzPts val="1400"/>
              <a:buNone/>
              <a:defRPr sz="1400"/>
            </a:lvl2pPr>
            <a:lvl3pPr indent="-228600" lvl="2" marL="1371600" algn="l">
              <a:lnSpc>
                <a:spcPct val="90000"/>
              </a:lnSpc>
              <a:spcBef>
                <a:spcPts val="500"/>
              </a:spcBef>
              <a:spcAft>
                <a:spcPts val="0"/>
              </a:spcAft>
              <a:buClr>
                <a:srgbClr val="33475C"/>
              </a:buClr>
              <a:buSzPts val="1200"/>
              <a:buNone/>
              <a:defRPr sz="1200"/>
            </a:lvl3pPr>
            <a:lvl4pPr indent="-228600" lvl="3" marL="1828800" algn="l">
              <a:lnSpc>
                <a:spcPct val="90000"/>
              </a:lnSpc>
              <a:spcBef>
                <a:spcPts val="500"/>
              </a:spcBef>
              <a:spcAft>
                <a:spcPts val="0"/>
              </a:spcAft>
              <a:buClr>
                <a:srgbClr val="33475C"/>
              </a:buClr>
              <a:buSzPts val="1000"/>
              <a:buNone/>
              <a:defRPr sz="1000"/>
            </a:lvl4pPr>
            <a:lvl5pPr indent="-228600" lvl="4" marL="2286000" algn="l">
              <a:lnSpc>
                <a:spcPct val="90000"/>
              </a:lnSpc>
              <a:spcBef>
                <a:spcPts val="500"/>
              </a:spcBef>
              <a:spcAft>
                <a:spcPts val="0"/>
              </a:spcAft>
              <a:buClr>
                <a:srgbClr val="33475C"/>
              </a:buClr>
              <a:buSzPts val="1000"/>
              <a:buNone/>
              <a:defRPr sz="1000"/>
            </a:lvl5pPr>
            <a:lvl6pPr indent="-228600" lvl="5" marL="2743200" algn="l">
              <a:lnSpc>
                <a:spcPct val="90000"/>
              </a:lnSpc>
              <a:spcBef>
                <a:spcPts val="500"/>
              </a:spcBef>
              <a:spcAft>
                <a:spcPts val="0"/>
              </a:spcAft>
              <a:buClr>
                <a:srgbClr val="33475C"/>
              </a:buClr>
              <a:buSzPts val="1000"/>
              <a:buNone/>
              <a:defRPr sz="1000"/>
            </a:lvl6pPr>
            <a:lvl7pPr indent="-228600" lvl="6" marL="3200400" algn="l">
              <a:lnSpc>
                <a:spcPct val="90000"/>
              </a:lnSpc>
              <a:spcBef>
                <a:spcPts val="500"/>
              </a:spcBef>
              <a:spcAft>
                <a:spcPts val="0"/>
              </a:spcAft>
              <a:buClr>
                <a:srgbClr val="33475C"/>
              </a:buClr>
              <a:buSzPts val="1000"/>
              <a:buNone/>
              <a:defRPr sz="1000"/>
            </a:lvl7pPr>
            <a:lvl8pPr indent="-228600" lvl="7" marL="3657600" algn="l">
              <a:lnSpc>
                <a:spcPct val="90000"/>
              </a:lnSpc>
              <a:spcBef>
                <a:spcPts val="500"/>
              </a:spcBef>
              <a:spcAft>
                <a:spcPts val="0"/>
              </a:spcAft>
              <a:buClr>
                <a:srgbClr val="33475C"/>
              </a:buClr>
              <a:buSzPts val="1000"/>
              <a:buNone/>
              <a:defRPr sz="1000"/>
            </a:lvl8pPr>
            <a:lvl9pPr indent="-228600" lvl="8" marL="4114800" algn="l">
              <a:lnSpc>
                <a:spcPct val="90000"/>
              </a:lnSpc>
              <a:spcBef>
                <a:spcPts val="500"/>
              </a:spcBef>
              <a:spcAft>
                <a:spcPts val="0"/>
              </a:spcAft>
              <a:buClr>
                <a:srgbClr val="33475C"/>
              </a:buClr>
              <a:buSzPts val="1000"/>
              <a:buNone/>
              <a:defRPr sz="1000"/>
            </a:lvl9pPr>
          </a:lstStyle>
          <a:p/>
        </p:txBody>
      </p:sp>
      <p:sp>
        <p:nvSpPr>
          <p:cNvPr id="89" name="Google Shape;89;p3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3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A1F3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5"/>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33475C"/>
              </a:buClr>
              <a:buSzPts val="1800"/>
              <a:buChar char="•"/>
              <a:defRPr/>
            </a:lvl1pPr>
            <a:lvl2pPr indent="-342900" lvl="1" marL="914400" algn="l">
              <a:lnSpc>
                <a:spcPct val="90000"/>
              </a:lnSpc>
              <a:spcBef>
                <a:spcPts val="500"/>
              </a:spcBef>
              <a:spcAft>
                <a:spcPts val="0"/>
              </a:spcAft>
              <a:buClr>
                <a:srgbClr val="33475C"/>
              </a:buClr>
              <a:buSzPts val="1800"/>
              <a:buChar char="•"/>
              <a:defRPr/>
            </a:lvl2pPr>
            <a:lvl3pPr indent="-342900" lvl="2" marL="1371600" algn="l">
              <a:lnSpc>
                <a:spcPct val="90000"/>
              </a:lnSpc>
              <a:spcBef>
                <a:spcPts val="500"/>
              </a:spcBef>
              <a:spcAft>
                <a:spcPts val="0"/>
              </a:spcAft>
              <a:buClr>
                <a:srgbClr val="33475C"/>
              </a:buClr>
              <a:buSzPts val="1800"/>
              <a:buChar char="•"/>
              <a:defRPr/>
            </a:lvl3pPr>
            <a:lvl4pPr indent="-342900" lvl="3" marL="1828800" algn="l">
              <a:lnSpc>
                <a:spcPct val="90000"/>
              </a:lnSpc>
              <a:spcBef>
                <a:spcPts val="500"/>
              </a:spcBef>
              <a:spcAft>
                <a:spcPts val="0"/>
              </a:spcAft>
              <a:buClr>
                <a:srgbClr val="33475C"/>
              </a:buClr>
              <a:buSzPts val="1800"/>
              <a:buChar char="•"/>
              <a:defRPr/>
            </a:lvl4pPr>
            <a:lvl5pPr indent="-342900" lvl="4" marL="2286000" algn="l">
              <a:lnSpc>
                <a:spcPct val="90000"/>
              </a:lnSpc>
              <a:spcBef>
                <a:spcPts val="500"/>
              </a:spcBef>
              <a:spcAft>
                <a:spcPts val="0"/>
              </a:spcAft>
              <a:buClr>
                <a:srgbClr val="33475C"/>
              </a:buClr>
              <a:buSzPts val="1800"/>
              <a:buChar char="•"/>
              <a:defRPr/>
            </a:lvl5pPr>
            <a:lvl6pPr indent="-342900" lvl="5" marL="2743200" algn="l">
              <a:lnSpc>
                <a:spcPct val="90000"/>
              </a:lnSpc>
              <a:spcBef>
                <a:spcPts val="500"/>
              </a:spcBef>
              <a:spcAft>
                <a:spcPts val="0"/>
              </a:spcAft>
              <a:buClr>
                <a:srgbClr val="33475C"/>
              </a:buClr>
              <a:buSzPts val="1800"/>
              <a:buChar char="•"/>
              <a:defRPr/>
            </a:lvl6pPr>
            <a:lvl7pPr indent="-342900" lvl="6" marL="3200400" algn="l">
              <a:lnSpc>
                <a:spcPct val="90000"/>
              </a:lnSpc>
              <a:spcBef>
                <a:spcPts val="500"/>
              </a:spcBef>
              <a:spcAft>
                <a:spcPts val="0"/>
              </a:spcAft>
              <a:buClr>
                <a:srgbClr val="33475C"/>
              </a:buClr>
              <a:buSzPts val="1800"/>
              <a:buChar char="•"/>
              <a:defRPr/>
            </a:lvl7pPr>
            <a:lvl8pPr indent="-342900" lvl="7" marL="3657600" algn="l">
              <a:lnSpc>
                <a:spcPct val="90000"/>
              </a:lnSpc>
              <a:spcBef>
                <a:spcPts val="500"/>
              </a:spcBef>
              <a:spcAft>
                <a:spcPts val="0"/>
              </a:spcAft>
              <a:buClr>
                <a:srgbClr val="33475C"/>
              </a:buClr>
              <a:buSzPts val="1800"/>
              <a:buChar char="•"/>
              <a:defRPr/>
            </a:lvl8pPr>
            <a:lvl9pPr indent="-342900" lvl="8" marL="4114800" algn="l">
              <a:lnSpc>
                <a:spcPct val="90000"/>
              </a:lnSpc>
              <a:spcBef>
                <a:spcPts val="500"/>
              </a:spcBef>
              <a:spcAft>
                <a:spcPts val="0"/>
              </a:spcAft>
              <a:buClr>
                <a:srgbClr val="33475C"/>
              </a:buClr>
              <a:buSzPts val="1800"/>
              <a:buChar char="•"/>
              <a:defRPr/>
            </a:lvl9pPr>
          </a:lstStyle>
          <a:p/>
        </p:txBody>
      </p:sp>
      <p:sp>
        <p:nvSpPr>
          <p:cNvPr id="95" name="Google Shape;95;p3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36"/>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A1F3C"/>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6"/>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rgbClr val="33475C"/>
              </a:buClr>
              <a:buSzPts val="1800"/>
              <a:buChar char="•"/>
              <a:defRPr/>
            </a:lvl1pPr>
            <a:lvl2pPr indent="-342900" lvl="1" marL="914400" algn="l">
              <a:lnSpc>
                <a:spcPct val="90000"/>
              </a:lnSpc>
              <a:spcBef>
                <a:spcPts val="500"/>
              </a:spcBef>
              <a:spcAft>
                <a:spcPts val="0"/>
              </a:spcAft>
              <a:buClr>
                <a:srgbClr val="33475C"/>
              </a:buClr>
              <a:buSzPts val="1800"/>
              <a:buChar char="•"/>
              <a:defRPr/>
            </a:lvl2pPr>
            <a:lvl3pPr indent="-342900" lvl="2" marL="1371600" algn="l">
              <a:lnSpc>
                <a:spcPct val="90000"/>
              </a:lnSpc>
              <a:spcBef>
                <a:spcPts val="500"/>
              </a:spcBef>
              <a:spcAft>
                <a:spcPts val="0"/>
              </a:spcAft>
              <a:buClr>
                <a:srgbClr val="33475C"/>
              </a:buClr>
              <a:buSzPts val="1800"/>
              <a:buChar char="•"/>
              <a:defRPr/>
            </a:lvl3pPr>
            <a:lvl4pPr indent="-342900" lvl="3" marL="1828800" algn="l">
              <a:lnSpc>
                <a:spcPct val="90000"/>
              </a:lnSpc>
              <a:spcBef>
                <a:spcPts val="500"/>
              </a:spcBef>
              <a:spcAft>
                <a:spcPts val="0"/>
              </a:spcAft>
              <a:buClr>
                <a:srgbClr val="33475C"/>
              </a:buClr>
              <a:buSzPts val="1800"/>
              <a:buChar char="•"/>
              <a:defRPr/>
            </a:lvl4pPr>
            <a:lvl5pPr indent="-342900" lvl="4" marL="2286000" algn="l">
              <a:lnSpc>
                <a:spcPct val="90000"/>
              </a:lnSpc>
              <a:spcBef>
                <a:spcPts val="500"/>
              </a:spcBef>
              <a:spcAft>
                <a:spcPts val="0"/>
              </a:spcAft>
              <a:buClr>
                <a:srgbClr val="33475C"/>
              </a:buClr>
              <a:buSzPts val="1800"/>
              <a:buChar char="•"/>
              <a:defRPr/>
            </a:lvl5pPr>
            <a:lvl6pPr indent="-342900" lvl="5" marL="2743200" algn="l">
              <a:lnSpc>
                <a:spcPct val="90000"/>
              </a:lnSpc>
              <a:spcBef>
                <a:spcPts val="500"/>
              </a:spcBef>
              <a:spcAft>
                <a:spcPts val="0"/>
              </a:spcAft>
              <a:buClr>
                <a:srgbClr val="33475C"/>
              </a:buClr>
              <a:buSzPts val="1800"/>
              <a:buChar char="•"/>
              <a:defRPr/>
            </a:lvl6pPr>
            <a:lvl7pPr indent="-342900" lvl="6" marL="3200400" algn="l">
              <a:lnSpc>
                <a:spcPct val="90000"/>
              </a:lnSpc>
              <a:spcBef>
                <a:spcPts val="500"/>
              </a:spcBef>
              <a:spcAft>
                <a:spcPts val="0"/>
              </a:spcAft>
              <a:buClr>
                <a:srgbClr val="33475C"/>
              </a:buClr>
              <a:buSzPts val="1800"/>
              <a:buChar char="•"/>
              <a:defRPr/>
            </a:lvl7pPr>
            <a:lvl8pPr indent="-342900" lvl="7" marL="3657600" algn="l">
              <a:lnSpc>
                <a:spcPct val="90000"/>
              </a:lnSpc>
              <a:spcBef>
                <a:spcPts val="500"/>
              </a:spcBef>
              <a:spcAft>
                <a:spcPts val="0"/>
              </a:spcAft>
              <a:buClr>
                <a:srgbClr val="33475C"/>
              </a:buClr>
              <a:buSzPts val="1800"/>
              <a:buChar char="•"/>
              <a:defRPr/>
            </a:lvl8pPr>
            <a:lvl9pPr indent="-342900" lvl="8" marL="4114800" algn="l">
              <a:lnSpc>
                <a:spcPct val="90000"/>
              </a:lnSpc>
              <a:spcBef>
                <a:spcPts val="500"/>
              </a:spcBef>
              <a:spcAft>
                <a:spcPts val="0"/>
              </a:spcAft>
              <a:buClr>
                <a:srgbClr val="33475C"/>
              </a:buClr>
              <a:buSzPts val="1800"/>
              <a:buChar char="•"/>
              <a:defRPr/>
            </a:lvl9pPr>
          </a:lstStyle>
          <a:p/>
        </p:txBody>
      </p:sp>
      <p:sp>
        <p:nvSpPr>
          <p:cNvPr id="101" name="Google Shape;101;p3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
        <p:nvSpPr>
          <p:cNvPr id="111" name="Google Shape;111;g3f702cbbda8_1_6"/>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12" name="Google Shape;112;g3f702cbbda8_1_6"/>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13" name="Google Shape;113;g3f702cbbda8_1_6"/>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4" name="Shape 114"/>
        <p:cNvGrpSpPr/>
        <p:nvPr/>
      </p:nvGrpSpPr>
      <p:grpSpPr>
        <a:xfrm>
          <a:off x="0" y="0"/>
          <a:ext cx="0" cy="0"/>
          <a:chOff x="0" y="0"/>
          <a:chExt cx="0" cy="0"/>
        </a:xfrm>
      </p:grpSpPr>
      <p:sp>
        <p:nvSpPr>
          <p:cNvPr id="115" name="Google Shape;115;g3f702cbbda8_1_10"/>
          <p:cNvSpPr txBox="1"/>
          <p:nvPr>
            <p:ph type="ctrTitle"/>
          </p:nvPr>
        </p:nvSpPr>
        <p:spPr>
          <a:xfrm>
            <a:off x="457200" y="1420283"/>
            <a:ext cx="5181600" cy="980017"/>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16" name="Google Shape;116;g3f702cbbda8_1_10"/>
          <p:cNvSpPr txBox="1"/>
          <p:nvPr>
            <p:ph idx="1" type="subTitle"/>
          </p:nvPr>
        </p:nvSpPr>
        <p:spPr>
          <a:xfrm>
            <a:off x="914400" y="2590800"/>
            <a:ext cx="4267200" cy="1168400"/>
          </a:xfrm>
          <a:prstGeom prst="rect">
            <a:avLst/>
          </a:prstGeom>
          <a:noFill/>
          <a:ln>
            <a:noFill/>
          </a:ln>
        </p:spPr>
        <p:txBody>
          <a:bodyPr anchorCtr="0" anchor="t" bIns="30475" lIns="60950" spcFirstLastPara="1" rIns="60950" wrap="square" tIns="30475">
            <a:normAutofit/>
          </a:bodyPr>
          <a:lstStyle>
            <a:lvl1pPr lvl="0" algn="ctr">
              <a:spcBef>
                <a:spcPts val="400"/>
              </a:spcBef>
              <a:spcAft>
                <a:spcPts val="0"/>
              </a:spcAft>
              <a:buClr>
                <a:srgbClr val="888888"/>
              </a:buClr>
              <a:buSzPts val="2100"/>
              <a:buNone/>
              <a:defRPr>
                <a:solidFill>
                  <a:srgbClr val="888888"/>
                </a:solidFill>
              </a:defRPr>
            </a:lvl1pPr>
            <a:lvl2pPr lvl="1" algn="ctr">
              <a:spcBef>
                <a:spcPts val="400"/>
              </a:spcBef>
              <a:spcAft>
                <a:spcPts val="0"/>
              </a:spcAft>
              <a:buClr>
                <a:srgbClr val="888888"/>
              </a:buClr>
              <a:buSzPts val="1900"/>
              <a:buNone/>
              <a:defRPr>
                <a:solidFill>
                  <a:srgbClr val="888888"/>
                </a:solidFill>
              </a:defRPr>
            </a:lvl2pPr>
            <a:lvl3pPr lvl="2" algn="ctr">
              <a:spcBef>
                <a:spcPts val="300"/>
              </a:spcBef>
              <a:spcAft>
                <a:spcPts val="0"/>
              </a:spcAft>
              <a:buClr>
                <a:srgbClr val="888888"/>
              </a:buClr>
              <a:buSzPts val="1600"/>
              <a:buNone/>
              <a:defRPr>
                <a:solidFill>
                  <a:srgbClr val="888888"/>
                </a:solidFill>
              </a:defRPr>
            </a:lvl3pPr>
            <a:lvl4pPr lvl="3" algn="ctr">
              <a:spcBef>
                <a:spcPts val="300"/>
              </a:spcBef>
              <a:spcAft>
                <a:spcPts val="0"/>
              </a:spcAft>
              <a:buClr>
                <a:srgbClr val="888888"/>
              </a:buClr>
              <a:buSzPts val="1300"/>
              <a:buNone/>
              <a:defRPr>
                <a:solidFill>
                  <a:srgbClr val="888888"/>
                </a:solidFill>
              </a:defRPr>
            </a:lvl4pPr>
            <a:lvl5pPr lvl="4" algn="ctr">
              <a:spcBef>
                <a:spcPts val="300"/>
              </a:spcBef>
              <a:spcAft>
                <a:spcPts val="0"/>
              </a:spcAft>
              <a:buClr>
                <a:srgbClr val="888888"/>
              </a:buClr>
              <a:buSzPts val="1300"/>
              <a:buNone/>
              <a:defRPr>
                <a:solidFill>
                  <a:srgbClr val="888888"/>
                </a:solidFill>
              </a:defRPr>
            </a:lvl5pPr>
            <a:lvl6pPr lvl="5" algn="ctr">
              <a:spcBef>
                <a:spcPts val="300"/>
              </a:spcBef>
              <a:spcAft>
                <a:spcPts val="0"/>
              </a:spcAft>
              <a:buClr>
                <a:srgbClr val="888888"/>
              </a:buClr>
              <a:buSzPts val="1300"/>
              <a:buNone/>
              <a:defRPr>
                <a:solidFill>
                  <a:srgbClr val="888888"/>
                </a:solidFill>
              </a:defRPr>
            </a:lvl6pPr>
            <a:lvl7pPr lvl="6" algn="ctr">
              <a:spcBef>
                <a:spcPts val="300"/>
              </a:spcBef>
              <a:spcAft>
                <a:spcPts val="0"/>
              </a:spcAft>
              <a:buClr>
                <a:srgbClr val="888888"/>
              </a:buClr>
              <a:buSzPts val="1300"/>
              <a:buNone/>
              <a:defRPr>
                <a:solidFill>
                  <a:srgbClr val="888888"/>
                </a:solidFill>
              </a:defRPr>
            </a:lvl7pPr>
            <a:lvl8pPr lvl="7" algn="ctr">
              <a:spcBef>
                <a:spcPts val="300"/>
              </a:spcBef>
              <a:spcAft>
                <a:spcPts val="0"/>
              </a:spcAft>
              <a:buClr>
                <a:srgbClr val="888888"/>
              </a:buClr>
              <a:buSzPts val="1300"/>
              <a:buNone/>
              <a:defRPr>
                <a:solidFill>
                  <a:srgbClr val="888888"/>
                </a:solidFill>
              </a:defRPr>
            </a:lvl8pPr>
            <a:lvl9pPr lvl="8" algn="ctr">
              <a:spcBef>
                <a:spcPts val="300"/>
              </a:spcBef>
              <a:spcAft>
                <a:spcPts val="0"/>
              </a:spcAft>
              <a:buClr>
                <a:srgbClr val="888888"/>
              </a:buClr>
              <a:buSzPts val="1300"/>
              <a:buNone/>
              <a:defRPr>
                <a:solidFill>
                  <a:srgbClr val="888888"/>
                </a:solidFill>
              </a:defRPr>
            </a:lvl9pPr>
          </a:lstStyle>
          <a:p/>
        </p:txBody>
      </p:sp>
      <p:sp>
        <p:nvSpPr>
          <p:cNvPr id="117" name="Google Shape;117;g3f702cbbda8_1_10"/>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18" name="Google Shape;118;g3f702cbbda8_1_10"/>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19" name="Google Shape;119;g3f702cbbda8_1_10"/>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0" name="Shape 120"/>
        <p:cNvGrpSpPr/>
        <p:nvPr/>
      </p:nvGrpSpPr>
      <p:grpSpPr>
        <a:xfrm>
          <a:off x="0" y="0"/>
          <a:ext cx="0" cy="0"/>
          <a:chOff x="0" y="0"/>
          <a:chExt cx="0" cy="0"/>
        </a:xfrm>
      </p:grpSpPr>
      <p:sp>
        <p:nvSpPr>
          <p:cNvPr id="121" name="Google Shape;121;g3f702cbbda8_1_16"/>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22" name="Google Shape;122;g3f702cbbda8_1_16"/>
          <p:cNvSpPr txBox="1"/>
          <p:nvPr>
            <p:ph idx="1" type="body"/>
          </p:nvPr>
        </p:nvSpPr>
        <p:spPr>
          <a:xfrm>
            <a:off x="304800" y="1066800"/>
            <a:ext cx="5486400" cy="3017309"/>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123" name="Google Shape;123;g3f702cbbda8_1_16"/>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24" name="Google Shape;124;g3f702cbbda8_1_16"/>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25" name="Google Shape;125;g3f702cbbda8_1_16"/>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6" name="Shape 126"/>
        <p:cNvGrpSpPr/>
        <p:nvPr/>
      </p:nvGrpSpPr>
      <p:grpSpPr>
        <a:xfrm>
          <a:off x="0" y="0"/>
          <a:ext cx="0" cy="0"/>
          <a:chOff x="0" y="0"/>
          <a:chExt cx="0" cy="0"/>
        </a:xfrm>
      </p:grpSpPr>
      <p:sp>
        <p:nvSpPr>
          <p:cNvPr id="127" name="Google Shape;127;g3f702cbbda8_1_22"/>
          <p:cNvSpPr txBox="1"/>
          <p:nvPr>
            <p:ph type="title"/>
          </p:nvPr>
        </p:nvSpPr>
        <p:spPr>
          <a:xfrm>
            <a:off x="481542" y="2937933"/>
            <a:ext cx="5181600" cy="908050"/>
          </a:xfrm>
          <a:prstGeom prst="rect">
            <a:avLst/>
          </a:prstGeom>
          <a:noFill/>
          <a:ln>
            <a:noFill/>
          </a:ln>
        </p:spPr>
        <p:txBody>
          <a:bodyPr anchorCtr="0" anchor="t" bIns="30475" lIns="60950" spcFirstLastPara="1" rIns="60950" wrap="square" tIns="30475">
            <a:normAutofit/>
          </a:bodyPr>
          <a:lstStyle>
            <a:lvl1pPr lvl="0" algn="l">
              <a:spcBef>
                <a:spcPts val="0"/>
              </a:spcBef>
              <a:spcAft>
                <a:spcPts val="0"/>
              </a:spcAft>
              <a:buClr>
                <a:schemeClr val="dk1"/>
              </a:buClr>
              <a:buSzPts val="2700"/>
              <a:buFont typeface="Calibri"/>
              <a:buNone/>
              <a:defRPr b="1" sz="2700" cap="none"/>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28" name="Google Shape;128;g3f702cbbda8_1_22"/>
          <p:cNvSpPr txBox="1"/>
          <p:nvPr>
            <p:ph idx="1" type="body"/>
          </p:nvPr>
        </p:nvSpPr>
        <p:spPr>
          <a:xfrm>
            <a:off x="481542" y="1937809"/>
            <a:ext cx="5181600" cy="1000125"/>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rgbClr val="888888"/>
              </a:buClr>
              <a:buSzPts val="1300"/>
              <a:buNone/>
              <a:defRPr sz="1300">
                <a:solidFill>
                  <a:srgbClr val="888888"/>
                </a:solidFill>
              </a:defRPr>
            </a:lvl1pPr>
            <a:lvl2pPr indent="-228600" lvl="1" marL="914400" algn="l">
              <a:spcBef>
                <a:spcPts val="200"/>
              </a:spcBef>
              <a:spcAft>
                <a:spcPts val="0"/>
              </a:spcAft>
              <a:buClr>
                <a:srgbClr val="888888"/>
              </a:buClr>
              <a:buSzPts val="1200"/>
              <a:buNone/>
              <a:defRPr sz="1200">
                <a:solidFill>
                  <a:srgbClr val="888888"/>
                </a:solidFill>
              </a:defRPr>
            </a:lvl2pPr>
            <a:lvl3pPr indent="-228600" lvl="2" marL="1371600" algn="l">
              <a:spcBef>
                <a:spcPts val="200"/>
              </a:spcBef>
              <a:spcAft>
                <a:spcPts val="0"/>
              </a:spcAft>
              <a:buClr>
                <a:srgbClr val="888888"/>
              </a:buClr>
              <a:buSzPts val="1100"/>
              <a:buNone/>
              <a:defRPr sz="1100">
                <a:solidFill>
                  <a:srgbClr val="888888"/>
                </a:solidFill>
              </a:defRPr>
            </a:lvl3pPr>
            <a:lvl4pPr indent="-228600" lvl="3" marL="1828800" algn="l">
              <a:spcBef>
                <a:spcPts val="200"/>
              </a:spcBef>
              <a:spcAft>
                <a:spcPts val="0"/>
              </a:spcAft>
              <a:buClr>
                <a:srgbClr val="888888"/>
              </a:buClr>
              <a:buSzPts val="900"/>
              <a:buNone/>
              <a:defRPr sz="900">
                <a:solidFill>
                  <a:srgbClr val="888888"/>
                </a:solidFill>
              </a:defRPr>
            </a:lvl4pPr>
            <a:lvl5pPr indent="-228600" lvl="4" marL="2286000" algn="l">
              <a:spcBef>
                <a:spcPts val="200"/>
              </a:spcBef>
              <a:spcAft>
                <a:spcPts val="0"/>
              </a:spcAft>
              <a:buClr>
                <a:srgbClr val="888888"/>
              </a:buClr>
              <a:buSzPts val="900"/>
              <a:buNone/>
              <a:defRPr sz="900">
                <a:solidFill>
                  <a:srgbClr val="888888"/>
                </a:solidFill>
              </a:defRPr>
            </a:lvl5pPr>
            <a:lvl6pPr indent="-228600" lvl="5" marL="2743200" algn="l">
              <a:spcBef>
                <a:spcPts val="200"/>
              </a:spcBef>
              <a:spcAft>
                <a:spcPts val="0"/>
              </a:spcAft>
              <a:buClr>
                <a:srgbClr val="888888"/>
              </a:buClr>
              <a:buSzPts val="900"/>
              <a:buNone/>
              <a:defRPr sz="900">
                <a:solidFill>
                  <a:srgbClr val="888888"/>
                </a:solidFill>
              </a:defRPr>
            </a:lvl6pPr>
            <a:lvl7pPr indent="-228600" lvl="6" marL="3200400" algn="l">
              <a:spcBef>
                <a:spcPts val="200"/>
              </a:spcBef>
              <a:spcAft>
                <a:spcPts val="0"/>
              </a:spcAft>
              <a:buClr>
                <a:srgbClr val="888888"/>
              </a:buClr>
              <a:buSzPts val="900"/>
              <a:buNone/>
              <a:defRPr sz="900">
                <a:solidFill>
                  <a:srgbClr val="888888"/>
                </a:solidFill>
              </a:defRPr>
            </a:lvl7pPr>
            <a:lvl8pPr indent="-228600" lvl="7" marL="3657600" algn="l">
              <a:spcBef>
                <a:spcPts val="200"/>
              </a:spcBef>
              <a:spcAft>
                <a:spcPts val="0"/>
              </a:spcAft>
              <a:buClr>
                <a:srgbClr val="888888"/>
              </a:buClr>
              <a:buSzPts val="900"/>
              <a:buNone/>
              <a:defRPr sz="900">
                <a:solidFill>
                  <a:srgbClr val="888888"/>
                </a:solidFill>
              </a:defRPr>
            </a:lvl8pPr>
            <a:lvl9pPr indent="-228600" lvl="8" marL="4114800" algn="l">
              <a:spcBef>
                <a:spcPts val="200"/>
              </a:spcBef>
              <a:spcAft>
                <a:spcPts val="0"/>
              </a:spcAft>
              <a:buClr>
                <a:srgbClr val="888888"/>
              </a:buClr>
              <a:buSzPts val="900"/>
              <a:buNone/>
              <a:defRPr sz="900">
                <a:solidFill>
                  <a:srgbClr val="888888"/>
                </a:solidFill>
              </a:defRPr>
            </a:lvl9pPr>
          </a:lstStyle>
          <a:p/>
        </p:txBody>
      </p:sp>
      <p:sp>
        <p:nvSpPr>
          <p:cNvPr id="129" name="Google Shape;129;g3f702cbbda8_1_22"/>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30" name="Google Shape;130;g3f702cbbda8_1_22"/>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31" name="Google Shape;131;g3f702cbbda8_1_22"/>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2" name="Shape 132"/>
        <p:cNvGrpSpPr/>
        <p:nvPr/>
      </p:nvGrpSpPr>
      <p:grpSpPr>
        <a:xfrm>
          <a:off x="0" y="0"/>
          <a:ext cx="0" cy="0"/>
          <a:chOff x="0" y="0"/>
          <a:chExt cx="0" cy="0"/>
        </a:xfrm>
      </p:grpSpPr>
      <p:sp>
        <p:nvSpPr>
          <p:cNvPr id="133" name="Google Shape;133;g3f702cbbda8_1_28"/>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34" name="Google Shape;134;g3f702cbbda8_1_28"/>
          <p:cNvSpPr txBox="1"/>
          <p:nvPr>
            <p:ph idx="1" type="body"/>
          </p:nvPr>
        </p:nvSpPr>
        <p:spPr>
          <a:xfrm>
            <a:off x="304800" y="1066800"/>
            <a:ext cx="2692400" cy="3017309"/>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135" name="Google Shape;135;g3f702cbbda8_1_28"/>
          <p:cNvSpPr txBox="1"/>
          <p:nvPr>
            <p:ph idx="2" type="body"/>
          </p:nvPr>
        </p:nvSpPr>
        <p:spPr>
          <a:xfrm>
            <a:off x="3098800" y="1066800"/>
            <a:ext cx="2692400" cy="3017309"/>
          </a:xfrm>
          <a:prstGeom prst="rect">
            <a:avLst/>
          </a:prstGeom>
          <a:noFill/>
          <a:ln>
            <a:noFill/>
          </a:ln>
        </p:spPr>
        <p:txBody>
          <a:bodyPr anchorCtr="0" anchor="t" bIns="30475" lIns="60950" spcFirstLastPara="1" rIns="60950" wrap="square" tIns="30475">
            <a:normAutofit/>
          </a:bodyPr>
          <a:lstStyle>
            <a:lvl1pPr indent="-349250" lvl="0" marL="457200" algn="l">
              <a:spcBef>
                <a:spcPts val="400"/>
              </a:spcBef>
              <a:spcAft>
                <a:spcPts val="0"/>
              </a:spcAft>
              <a:buClr>
                <a:schemeClr val="dk1"/>
              </a:buClr>
              <a:buSzPts val="1900"/>
              <a:buChar char="•"/>
              <a:defRPr sz="1900"/>
            </a:lvl1pPr>
            <a:lvl2pPr indent="-330200" lvl="1" marL="914400" algn="l">
              <a:spcBef>
                <a:spcPts val="300"/>
              </a:spcBef>
              <a:spcAft>
                <a:spcPts val="0"/>
              </a:spcAft>
              <a:buClr>
                <a:schemeClr val="dk1"/>
              </a:buClr>
              <a:buSzPts val="1600"/>
              <a:buChar char="–"/>
              <a:defRPr sz="1600"/>
            </a:lvl2pPr>
            <a:lvl3pPr indent="-311150" lvl="2" marL="1371600" algn="l">
              <a:spcBef>
                <a:spcPts val="300"/>
              </a:spcBef>
              <a:spcAft>
                <a:spcPts val="0"/>
              </a:spcAft>
              <a:buClr>
                <a:schemeClr val="dk1"/>
              </a:buClr>
              <a:buSzPts val="1300"/>
              <a:buChar char="•"/>
              <a:defRPr sz="13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136" name="Google Shape;136;g3f702cbbda8_1_28"/>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37" name="Google Shape;137;g3f702cbbda8_1_28"/>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38" name="Google Shape;138;g3f702cbbda8_1_28"/>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9" name="Shape 139"/>
        <p:cNvGrpSpPr/>
        <p:nvPr/>
      </p:nvGrpSpPr>
      <p:grpSpPr>
        <a:xfrm>
          <a:off x="0" y="0"/>
          <a:ext cx="0" cy="0"/>
          <a:chOff x="0" y="0"/>
          <a:chExt cx="0" cy="0"/>
        </a:xfrm>
      </p:grpSpPr>
      <p:sp>
        <p:nvSpPr>
          <p:cNvPr id="140" name="Google Shape;140;g3f702cbbda8_1_35"/>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2900"/>
              <a:buFont typeface="Calibri"/>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41" name="Google Shape;141;g3f702cbbda8_1_35"/>
          <p:cNvSpPr txBox="1"/>
          <p:nvPr>
            <p:ph idx="1" type="body"/>
          </p:nvPr>
        </p:nvSpPr>
        <p:spPr>
          <a:xfrm>
            <a:off x="304800" y="1023409"/>
            <a:ext cx="2693459"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142" name="Google Shape;142;g3f702cbbda8_1_35"/>
          <p:cNvSpPr txBox="1"/>
          <p:nvPr>
            <p:ph idx="2" type="body"/>
          </p:nvPr>
        </p:nvSpPr>
        <p:spPr>
          <a:xfrm>
            <a:off x="304800" y="1449917"/>
            <a:ext cx="2693459" cy="2634192"/>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143" name="Google Shape;143;g3f702cbbda8_1_35"/>
          <p:cNvSpPr txBox="1"/>
          <p:nvPr>
            <p:ph idx="3" type="body"/>
          </p:nvPr>
        </p:nvSpPr>
        <p:spPr>
          <a:xfrm>
            <a:off x="3096683" y="1023409"/>
            <a:ext cx="2694517" cy="426508"/>
          </a:xfrm>
          <a:prstGeom prst="rect">
            <a:avLst/>
          </a:prstGeom>
          <a:noFill/>
          <a:ln>
            <a:noFill/>
          </a:ln>
        </p:spPr>
        <p:txBody>
          <a:bodyPr anchorCtr="0" anchor="b" bIns="30475" lIns="60950" spcFirstLastPara="1" rIns="60950" wrap="square" tIns="30475">
            <a:normAutofit/>
          </a:bodyPr>
          <a:lstStyle>
            <a:lvl1pPr indent="-228600" lvl="0" marL="457200" algn="l">
              <a:spcBef>
                <a:spcPts val="300"/>
              </a:spcBef>
              <a:spcAft>
                <a:spcPts val="0"/>
              </a:spcAft>
              <a:buClr>
                <a:schemeClr val="dk1"/>
              </a:buClr>
              <a:buSzPts val="1600"/>
              <a:buNone/>
              <a:defRPr b="1" sz="1600"/>
            </a:lvl1pPr>
            <a:lvl2pPr indent="-228600" lvl="1" marL="914400" algn="l">
              <a:spcBef>
                <a:spcPts val="300"/>
              </a:spcBef>
              <a:spcAft>
                <a:spcPts val="0"/>
              </a:spcAft>
              <a:buClr>
                <a:schemeClr val="dk1"/>
              </a:buClr>
              <a:buSzPts val="1300"/>
              <a:buNone/>
              <a:defRPr b="1" sz="1300"/>
            </a:lvl2pPr>
            <a:lvl3pPr indent="-228600" lvl="2" marL="1371600" algn="l">
              <a:spcBef>
                <a:spcPts val="200"/>
              </a:spcBef>
              <a:spcAft>
                <a:spcPts val="0"/>
              </a:spcAft>
              <a:buClr>
                <a:schemeClr val="dk1"/>
              </a:buClr>
              <a:buSzPts val="1200"/>
              <a:buNone/>
              <a:defRPr b="1" sz="1200"/>
            </a:lvl3pPr>
            <a:lvl4pPr indent="-228600" lvl="3" marL="1828800" algn="l">
              <a:spcBef>
                <a:spcPts val="200"/>
              </a:spcBef>
              <a:spcAft>
                <a:spcPts val="0"/>
              </a:spcAft>
              <a:buClr>
                <a:schemeClr val="dk1"/>
              </a:buClr>
              <a:buSzPts val="1100"/>
              <a:buNone/>
              <a:defRPr b="1" sz="1100"/>
            </a:lvl4pPr>
            <a:lvl5pPr indent="-228600" lvl="4" marL="2286000" algn="l">
              <a:spcBef>
                <a:spcPts val="200"/>
              </a:spcBef>
              <a:spcAft>
                <a:spcPts val="0"/>
              </a:spcAft>
              <a:buClr>
                <a:schemeClr val="dk1"/>
              </a:buClr>
              <a:buSzPts val="1100"/>
              <a:buNone/>
              <a:defRPr b="1" sz="1100"/>
            </a:lvl5pPr>
            <a:lvl6pPr indent="-228600" lvl="5" marL="2743200" algn="l">
              <a:spcBef>
                <a:spcPts val="200"/>
              </a:spcBef>
              <a:spcAft>
                <a:spcPts val="0"/>
              </a:spcAft>
              <a:buClr>
                <a:schemeClr val="dk1"/>
              </a:buClr>
              <a:buSzPts val="1100"/>
              <a:buNone/>
              <a:defRPr b="1" sz="1100"/>
            </a:lvl6pPr>
            <a:lvl7pPr indent="-228600" lvl="6" marL="3200400" algn="l">
              <a:spcBef>
                <a:spcPts val="200"/>
              </a:spcBef>
              <a:spcAft>
                <a:spcPts val="0"/>
              </a:spcAft>
              <a:buClr>
                <a:schemeClr val="dk1"/>
              </a:buClr>
              <a:buSzPts val="1100"/>
              <a:buNone/>
              <a:defRPr b="1" sz="1100"/>
            </a:lvl7pPr>
            <a:lvl8pPr indent="-228600" lvl="7" marL="3657600" algn="l">
              <a:spcBef>
                <a:spcPts val="200"/>
              </a:spcBef>
              <a:spcAft>
                <a:spcPts val="0"/>
              </a:spcAft>
              <a:buClr>
                <a:schemeClr val="dk1"/>
              </a:buClr>
              <a:buSzPts val="1100"/>
              <a:buNone/>
              <a:defRPr b="1" sz="1100"/>
            </a:lvl8pPr>
            <a:lvl9pPr indent="-228600" lvl="8" marL="4114800" algn="l">
              <a:spcBef>
                <a:spcPts val="200"/>
              </a:spcBef>
              <a:spcAft>
                <a:spcPts val="0"/>
              </a:spcAft>
              <a:buClr>
                <a:schemeClr val="dk1"/>
              </a:buClr>
              <a:buSzPts val="1100"/>
              <a:buNone/>
              <a:defRPr b="1" sz="1100"/>
            </a:lvl9pPr>
          </a:lstStyle>
          <a:p/>
        </p:txBody>
      </p:sp>
      <p:sp>
        <p:nvSpPr>
          <p:cNvPr id="144" name="Google Shape;144;g3f702cbbda8_1_35"/>
          <p:cNvSpPr txBox="1"/>
          <p:nvPr>
            <p:ph idx="4" type="body"/>
          </p:nvPr>
        </p:nvSpPr>
        <p:spPr>
          <a:xfrm>
            <a:off x="3096683" y="1449917"/>
            <a:ext cx="2694517" cy="2634192"/>
          </a:xfrm>
          <a:prstGeom prst="rect">
            <a:avLst/>
          </a:prstGeom>
          <a:noFill/>
          <a:ln>
            <a:noFill/>
          </a:ln>
        </p:spPr>
        <p:txBody>
          <a:bodyPr anchorCtr="0" anchor="t" bIns="30475" lIns="60950" spcFirstLastPara="1" rIns="60950" wrap="square" tIns="30475">
            <a:normAutofit/>
          </a:bodyPr>
          <a:lstStyle>
            <a:lvl1pPr indent="-330200" lvl="0" marL="457200" algn="l">
              <a:spcBef>
                <a:spcPts val="300"/>
              </a:spcBef>
              <a:spcAft>
                <a:spcPts val="0"/>
              </a:spcAft>
              <a:buClr>
                <a:schemeClr val="dk1"/>
              </a:buClr>
              <a:buSzPts val="1600"/>
              <a:buChar char="•"/>
              <a:defRPr sz="1600"/>
            </a:lvl1pPr>
            <a:lvl2pPr indent="-311150" lvl="1" marL="914400" algn="l">
              <a:spcBef>
                <a:spcPts val="300"/>
              </a:spcBef>
              <a:spcAft>
                <a:spcPts val="0"/>
              </a:spcAft>
              <a:buClr>
                <a:schemeClr val="dk1"/>
              </a:buClr>
              <a:buSzPts val="1300"/>
              <a:buChar char="–"/>
              <a:defRPr sz="1300"/>
            </a:lvl2pPr>
            <a:lvl3pPr indent="-304800" lvl="2" marL="1371600" algn="l">
              <a:spcBef>
                <a:spcPts val="200"/>
              </a:spcBef>
              <a:spcAft>
                <a:spcPts val="0"/>
              </a:spcAft>
              <a:buClr>
                <a:schemeClr val="dk1"/>
              </a:buClr>
              <a:buSzPts val="1200"/>
              <a:buChar char="•"/>
              <a:defRPr sz="1200"/>
            </a:lvl3pPr>
            <a:lvl4pPr indent="-298450" lvl="3" marL="1828800" algn="l">
              <a:spcBef>
                <a:spcPts val="200"/>
              </a:spcBef>
              <a:spcAft>
                <a:spcPts val="0"/>
              </a:spcAft>
              <a:buClr>
                <a:schemeClr val="dk1"/>
              </a:buClr>
              <a:buSzPts val="1100"/>
              <a:buChar char="–"/>
              <a:defRPr sz="1100"/>
            </a:lvl4pPr>
            <a:lvl5pPr indent="-298450" lvl="4" marL="2286000" algn="l">
              <a:spcBef>
                <a:spcPts val="200"/>
              </a:spcBef>
              <a:spcAft>
                <a:spcPts val="0"/>
              </a:spcAft>
              <a:buClr>
                <a:schemeClr val="dk1"/>
              </a:buClr>
              <a:buSzPts val="1100"/>
              <a:buChar char="»"/>
              <a:defRPr sz="1100"/>
            </a:lvl5pPr>
            <a:lvl6pPr indent="-298450" lvl="5" marL="2743200" algn="l">
              <a:spcBef>
                <a:spcPts val="200"/>
              </a:spcBef>
              <a:spcAft>
                <a:spcPts val="0"/>
              </a:spcAft>
              <a:buClr>
                <a:schemeClr val="dk1"/>
              </a:buClr>
              <a:buSzPts val="1100"/>
              <a:buChar char="•"/>
              <a:defRPr sz="1100"/>
            </a:lvl6pPr>
            <a:lvl7pPr indent="-298450" lvl="6" marL="3200400" algn="l">
              <a:spcBef>
                <a:spcPts val="200"/>
              </a:spcBef>
              <a:spcAft>
                <a:spcPts val="0"/>
              </a:spcAft>
              <a:buClr>
                <a:schemeClr val="dk1"/>
              </a:buClr>
              <a:buSzPts val="1100"/>
              <a:buChar char="•"/>
              <a:defRPr sz="1100"/>
            </a:lvl7pPr>
            <a:lvl8pPr indent="-298450" lvl="7" marL="3657600" algn="l">
              <a:spcBef>
                <a:spcPts val="200"/>
              </a:spcBef>
              <a:spcAft>
                <a:spcPts val="0"/>
              </a:spcAft>
              <a:buClr>
                <a:schemeClr val="dk1"/>
              </a:buClr>
              <a:buSzPts val="1100"/>
              <a:buChar char="•"/>
              <a:defRPr sz="1100"/>
            </a:lvl8pPr>
            <a:lvl9pPr indent="-298450" lvl="8" marL="4114800" algn="l">
              <a:spcBef>
                <a:spcPts val="200"/>
              </a:spcBef>
              <a:spcAft>
                <a:spcPts val="0"/>
              </a:spcAft>
              <a:buClr>
                <a:schemeClr val="dk1"/>
              </a:buClr>
              <a:buSzPts val="1100"/>
              <a:buChar char="•"/>
              <a:defRPr sz="1100"/>
            </a:lvl9pPr>
          </a:lstStyle>
          <a:p/>
        </p:txBody>
      </p:sp>
      <p:sp>
        <p:nvSpPr>
          <p:cNvPr id="145" name="Google Shape;145;g3f702cbbda8_1_35"/>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46" name="Google Shape;146;g3f702cbbda8_1_35"/>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47" name="Google Shape;147;g3f702cbbda8_1_35"/>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8" name="Shape 148"/>
        <p:cNvGrpSpPr/>
        <p:nvPr/>
      </p:nvGrpSpPr>
      <p:grpSpPr>
        <a:xfrm>
          <a:off x="0" y="0"/>
          <a:ext cx="0" cy="0"/>
          <a:chOff x="0" y="0"/>
          <a:chExt cx="0" cy="0"/>
        </a:xfrm>
      </p:grpSpPr>
      <p:sp>
        <p:nvSpPr>
          <p:cNvPr id="149" name="Google Shape;149;g3f702cbbda8_1_44"/>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50" name="Google Shape;150;g3f702cbbda8_1_44"/>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51" name="Google Shape;151;g3f702cbbda8_1_44"/>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52" name="Google Shape;152;g3f702cbbda8_1_44"/>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3" name="Shape 153"/>
        <p:cNvGrpSpPr/>
        <p:nvPr/>
      </p:nvGrpSpPr>
      <p:grpSpPr>
        <a:xfrm>
          <a:off x="0" y="0"/>
          <a:ext cx="0" cy="0"/>
          <a:chOff x="0" y="0"/>
          <a:chExt cx="0" cy="0"/>
        </a:xfrm>
      </p:grpSpPr>
      <p:sp>
        <p:nvSpPr>
          <p:cNvPr id="154" name="Google Shape;154;g3f702cbbda8_1_49"/>
          <p:cNvSpPr txBox="1"/>
          <p:nvPr>
            <p:ph type="title"/>
          </p:nvPr>
        </p:nvSpPr>
        <p:spPr>
          <a:xfrm>
            <a:off x="304800" y="182033"/>
            <a:ext cx="2005542" cy="774700"/>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55" name="Google Shape;155;g3f702cbbda8_1_49"/>
          <p:cNvSpPr txBox="1"/>
          <p:nvPr>
            <p:ph idx="1" type="body"/>
          </p:nvPr>
        </p:nvSpPr>
        <p:spPr>
          <a:xfrm>
            <a:off x="2383367" y="182033"/>
            <a:ext cx="3407833" cy="3902075"/>
          </a:xfrm>
          <a:prstGeom prst="rect">
            <a:avLst/>
          </a:prstGeom>
          <a:noFill/>
          <a:ln>
            <a:noFill/>
          </a:ln>
        </p:spPr>
        <p:txBody>
          <a:bodyPr anchorCtr="0" anchor="t" bIns="30475" lIns="60950" spcFirstLastPara="1" rIns="60950" wrap="square" tIns="30475">
            <a:normAutofit/>
          </a:bodyPr>
          <a:lstStyle>
            <a:lvl1pPr indent="-361950" lvl="0" marL="457200" algn="l">
              <a:spcBef>
                <a:spcPts val="400"/>
              </a:spcBef>
              <a:spcAft>
                <a:spcPts val="0"/>
              </a:spcAft>
              <a:buClr>
                <a:schemeClr val="dk1"/>
              </a:buClr>
              <a:buSzPts val="2100"/>
              <a:buChar char="•"/>
              <a:defRPr sz="2100"/>
            </a:lvl1pPr>
            <a:lvl2pPr indent="-349250" lvl="1" marL="914400" algn="l">
              <a:spcBef>
                <a:spcPts val="400"/>
              </a:spcBef>
              <a:spcAft>
                <a:spcPts val="0"/>
              </a:spcAft>
              <a:buClr>
                <a:schemeClr val="dk1"/>
              </a:buClr>
              <a:buSzPts val="1900"/>
              <a:buChar char="–"/>
              <a:defRPr sz="1900"/>
            </a:lvl2pPr>
            <a:lvl3pPr indent="-330200" lvl="2" marL="1371600" algn="l">
              <a:spcBef>
                <a:spcPts val="300"/>
              </a:spcBef>
              <a:spcAft>
                <a:spcPts val="0"/>
              </a:spcAft>
              <a:buClr>
                <a:schemeClr val="dk1"/>
              </a:buClr>
              <a:buSzPts val="1600"/>
              <a:buChar char="•"/>
              <a:defRPr sz="1600"/>
            </a:lvl3pPr>
            <a:lvl4pPr indent="-311150" lvl="3" marL="1828800" algn="l">
              <a:spcBef>
                <a:spcPts val="300"/>
              </a:spcBef>
              <a:spcAft>
                <a:spcPts val="0"/>
              </a:spcAft>
              <a:buClr>
                <a:schemeClr val="dk1"/>
              </a:buClr>
              <a:buSzPts val="1300"/>
              <a:buChar char="–"/>
              <a:defRPr sz="1300"/>
            </a:lvl4pPr>
            <a:lvl5pPr indent="-311150" lvl="4" marL="2286000" algn="l">
              <a:spcBef>
                <a:spcPts val="300"/>
              </a:spcBef>
              <a:spcAft>
                <a:spcPts val="0"/>
              </a:spcAft>
              <a:buClr>
                <a:schemeClr val="dk1"/>
              </a:buClr>
              <a:buSzPts val="1300"/>
              <a:buChar char="»"/>
              <a:defRPr sz="1300"/>
            </a:lvl5pPr>
            <a:lvl6pPr indent="-311150" lvl="5" marL="2743200" algn="l">
              <a:spcBef>
                <a:spcPts val="300"/>
              </a:spcBef>
              <a:spcAft>
                <a:spcPts val="0"/>
              </a:spcAft>
              <a:buClr>
                <a:schemeClr val="dk1"/>
              </a:buClr>
              <a:buSzPts val="1300"/>
              <a:buChar char="•"/>
              <a:defRPr sz="1300"/>
            </a:lvl6pPr>
            <a:lvl7pPr indent="-311150" lvl="6" marL="3200400" algn="l">
              <a:spcBef>
                <a:spcPts val="300"/>
              </a:spcBef>
              <a:spcAft>
                <a:spcPts val="0"/>
              </a:spcAft>
              <a:buClr>
                <a:schemeClr val="dk1"/>
              </a:buClr>
              <a:buSzPts val="1300"/>
              <a:buChar char="•"/>
              <a:defRPr sz="1300"/>
            </a:lvl7pPr>
            <a:lvl8pPr indent="-311150" lvl="7" marL="3657600" algn="l">
              <a:spcBef>
                <a:spcPts val="300"/>
              </a:spcBef>
              <a:spcAft>
                <a:spcPts val="0"/>
              </a:spcAft>
              <a:buClr>
                <a:schemeClr val="dk1"/>
              </a:buClr>
              <a:buSzPts val="1300"/>
              <a:buChar char="•"/>
              <a:defRPr sz="1300"/>
            </a:lvl8pPr>
            <a:lvl9pPr indent="-311150" lvl="8" marL="4114800" algn="l">
              <a:spcBef>
                <a:spcPts val="300"/>
              </a:spcBef>
              <a:spcAft>
                <a:spcPts val="0"/>
              </a:spcAft>
              <a:buClr>
                <a:schemeClr val="dk1"/>
              </a:buClr>
              <a:buSzPts val="1300"/>
              <a:buChar char="•"/>
              <a:defRPr sz="1300"/>
            </a:lvl9pPr>
          </a:lstStyle>
          <a:p/>
        </p:txBody>
      </p:sp>
      <p:sp>
        <p:nvSpPr>
          <p:cNvPr id="156" name="Google Shape;156;g3f702cbbda8_1_49"/>
          <p:cNvSpPr txBox="1"/>
          <p:nvPr>
            <p:ph idx="2" type="body"/>
          </p:nvPr>
        </p:nvSpPr>
        <p:spPr>
          <a:xfrm>
            <a:off x="304800" y="956733"/>
            <a:ext cx="2005542" cy="31273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157" name="Google Shape;157;g3f702cbbda8_1_49"/>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58" name="Google Shape;158;g3f702cbbda8_1_49"/>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59" name="Google Shape;159;g3f702cbbda8_1_49"/>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0" name="Shape 160"/>
        <p:cNvGrpSpPr/>
        <p:nvPr/>
      </p:nvGrpSpPr>
      <p:grpSpPr>
        <a:xfrm>
          <a:off x="0" y="0"/>
          <a:ext cx="0" cy="0"/>
          <a:chOff x="0" y="0"/>
          <a:chExt cx="0" cy="0"/>
        </a:xfrm>
      </p:grpSpPr>
      <p:sp>
        <p:nvSpPr>
          <p:cNvPr id="161" name="Google Shape;161;g3f702cbbda8_1_56"/>
          <p:cNvSpPr txBox="1"/>
          <p:nvPr>
            <p:ph type="title"/>
          </p:nvPr>
        </p:nvSpPr>
        <p:spPr>
          <a:xfrm>
            <a:off x="1194859" y="3200400"/>
            <a:ext cx="3657600" cy="377825"/>
          </a:xfrm>
          <a:prstGeom prst="rect">
            <a:avLst/>
          </a:prstGeom>
          <a:noFill/>
          <a:ln>
            <a:noFill/>
          </a:ln>
        </p:spPr>
        <p:txBody>
          <a:bodyPr anchorCtr="0" anchor="b" bIns="30475" lIns="60950" spcFirstLastPara="1" rIns="60950" wrap="square" tIns="30475">
            <a:normAutofit/>
          </a:bodyPr>
          <a:lstStyle>
            <a:lvl1pPr lvl="0" algn="l">
              <a:spcBef>
                <a:spcPts val="0"/>
              </a:spcBef>
              <a:spcAft>
                <a:spcPts val="0"/>
              </a:spcAft>
              <a:buClr>
                <a:schemeClr val="dk1"/>
              </a:buClr>
              <a:buSzPts val="1300"/>
              <a:buFont typeface="Calibri"/>
              <a:buNone/>
              <a:defRPr b="1" sz="1300"/>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62" name="Google Shape;162;g3f702cbbda8_1_56"/>
          <p:cNvSpPr/>
          <p:nvPr>
            <p:ph idx="2" type="pic"/>
          </p:nvPr>
        </p:nvSpPr>
        <p:spPr>
          <a:xfrm>
            <a:off x="1194859" y="408517"/>
            <a:ext cx="3657600" cy="2743200"/>
          </a:xfrm>
          <a:prstGeom prst="rect">
            <a:avLst/>
          </a:prstGeom>
          <a:noFill/>
          <a:ln>
            <a:noFill/>
          </a:ln>
        </p:spPr>
      </p:sp>
      <p:sp>
        <p:nvSpPr>
          <p:cNvPr id="163" name="Google Shape;163;g3f702cbbda8_1_56"/>
          <p:cNvSpPr txBox="1"/>
          <p:nvPr>
            <p:ph idx="1" type="body"/>
          </p:nvPr>
        </p:nvSpPr>
        <p:spPr>
          <a:xfrm>
            <a:off x="1194859" y="3578225"/>
            <a:ext cx="3657600" cy="536575"/>
          </a:xfrm>
          <a:prstGeom prst="rect">
            <a:avLst/>
          </a:prstGeom>
          <a:noFill/>
          <a:ln>
            <a:noFill/>
          </a:ln>
        </p:spPr>
        <p:txBody>
          <a:bodyPr anchorCtr="0" anchor="t" bIns="30475" lIns="60950" spcFirstLastPara="1" rIns="60950" wrap="square" tIns="30475">
            <a:normAutofit/>
          </a:bodyPr>
          <a:lstStyle>
            <a:lvl1pPr indent="-228600" lvl="0" marL="457200" algn="l">
              <a:spcBef>
                <a:spcPts val="200"/>
              </a:spcBef>
              <a:spcAft>
                <a:spcPts val="0"/>
              </a:spcAft>
              <a:buClr>
                <a:schemeClr val="dk1"/>
              </a:buClr>
              <a:buSzPts val="900"/>
              <a:buNone/>
              <a:defRPr sz="900"/>
            </a:lvl1pPr>
            <a:lvl2pPr indent="-228600" lvl="1" marL="914400" algn="l">
              <a:spcBef>
                <a:spcPts val="200"/>
              </a:spcBef>
              <a:spcAft>
                <a:spcPts val="0"/>
              </a:spcAft>
              <a:buClr>
                <a:schemeClr val="dk1"/>
              </a:buClr>
              <a:buSzPts val="800"/>
              <a:buNone/>
              <a:defRPr sz="800"/>
            </a:lvl2pPr>
            <a:lvl3pPr indent="-228600" lvl="2" marL="1371600" algn="l">
              <a:spcBef>
                <a:spcPts val="100"/>
              </a:spcBef>
              <a:spcAft>
                <a:spcPts val="0"/>
              </a:spcAft>
              <a:buClr>
                <a:schemeClr val="dk1"/>
              </a:buClr>
              <a:buSzPts val="700"/>
              <a:buNone/>
              <a:defRPr sz="700"/>
            </a:lvl3pPr>
            <a:lvl4pPr indent="-228600" lvl="3" marL="1828800" algn="l">
              <a:spcBef>
                <a:spcPts val="100"/>
              </a:spcBef>
              <a:spcAft>
                <a:spcPts val="0"/>
              </a:spcAft>
              <a:buClr>
                <a:schemeClr val="dk1"/>
              </a:buClr>
              <a:buSzPts val="600"/>
              <a:buNone/>
              <a:defRPr sz="600"/>
            </a:lvl4pPr>
            <a:lvl5pPr indent="-228600" lvl="4" marL="2286000" algn="l">
              <a:spcBef>
                <a:spcPts val="100"/>
              </a:spcBef>
              <a:spcAft>
                <a:spcPts val="0"/>
              </a:spcAft>
              <a:buClr>
                <a:schemeClr val="dk1"/>
              </a:buClr>
              <a:buSzPts val="600"/>
              <a:buNone/>
              <a:defRPr sz="600"/>
            </a:lvl5pPr>
            <a:lvl6pPr indent="-228600" lvl="5" marL="2743200" algn="l">
              <a:spcBef>
                <a:spcPts val="100"/>
              </a:spcBef>
              <a:spcAft>
                <a:spcPts val="0"/>
              </a:spcAft>
              <a:buClr>
                <a:schemeClr val="dk1"/>
              </a:buClr>
              <a:buSzPts val="600"/>
              <a:buNone/>
              <a:defRPr sz="600"/>
            </a:lvl6pPr>
            <a:lvl7pPr indent="-228600" lvl="6" marL="3200400" algn="l">
              <a:spcBef>
                <a:spcPts val="100"/>
              </a:spcBef>
              <a:spcAft>
                <a:spcPts val="0"/>
              </a:spcAft>
              <a:buClr>
                <a:schemeClr val="dk1"/>
              </a:buClr>
              <a:buSzPts val="600"/>
              <a:buNone/>
              <a:defRPr sz="600"/>
            </a:lvl7pPr>
            <a:lvl8pPr indent="-228600" lvl="7" marL="3657600" algn="l">
              <a:spcBef>
                <a:spcPts val="100"/>
              </a:spcBef>
              <a:spcAft>
                <a:spcPts val="0"/>
              </a:spcAft>
              <a:buClr>
                <a:schemeClr val="dk1"/>
              </a:buClr>
              <a:buSzPts val="600"/>
              <a:buNone/>
              <a:defRPr sz="600"/>
            </a:lvl8pPr>
            <a:lvl9pPr indent="-228600" lvl="8" marL="4114800" algn="l">
              <a:spcBef>
                <a:spcPts val="100"/>
              </a:spcBef>
              <a:spcAft>
                <a:spcPts val="0"/>
              </a:spcAft>
              <a:buClr>
                <a:schemeClr val="dk1"/>
              </a:buClr>
              <a:buSzPts val="600"/>
              <a:buNone/>
              <a:defRPr sz="600"/>
            </a:lvl9pPr>
          </a:lstStyle>
          <a:p/>
        </p:txBody>
      </p:sp>
      <p:sp>
        <p:nvSpPr>
          <p:cNvPr id="164" name="Google Shape;164;g3f702cbbda8_1_56"/>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65" name="Google Shape;165;g3f702cbbda8_1_56"/>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66" name="Google Shape;166;g3f702cbbda8_1_56"/>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7" name="Shape 167"/>
        <p:cNvGrpSpPr/>
        <p:nvPr/>
      </p:nvGrpSpPr>
      <p:grpSpPr>
        <a:xfrm>
          <a:off x="0" y="0"/>
          <a:ext cx="0" cy="0"/>
          <a:chOff x="0" y="0"/>
          <a:chExt cx="0" cy="0"/>
        </a:xfrm>
      </p:grpSpPr>
      <p:sp>
        <p:nvSpPr>
          <p:cNvPr id="168" name="Google Shape;168;g3f702cbbda8_1_63"/>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69" name="Google Shape;169;g3f702cbbda8_1_63"/>
          <p:cNvSpPr txBox="1"/>
          <p:nvPr>
            <p:ph idx="1" type="body"/>
          </p:nvPr>
        </p:nvSpPr>
        <p:spPr>
          <a:xfrm rot="5400000">
            <a:off x="1539346" y="-167746"/>
            <a:ext cx="3017309" cy="54864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170" name="Google Shape;170;g3f702cbbda8_1_63"/>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71" name="Google Shape;171;g3f702cbbda8_1_63"/>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72" name="Google Shape;172;g3f702cbbda8_1_63"/>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3" name="Shape 173"/>
        <p:cNvGrpSpPr/>
        <p:nvPr/>
      </p:nvGrpSpPr>
      <p:grpSpPr>
        <a:xfrm>
          <a:off x="0" y="0"/>
          <a:ext cx="0" cy="0"/>
          <a:chOff x="0" y="0"/>
          <a:chExt cx="0" cy="0"/>
        </a:xfrm>
      </p:grpSpPr>
      <p:sp>
        <p:nvSpPr>
          <p:cNvPr id="174" name="Google Shape;174;g3f702cbbda8_1_69"/>
          <p:cNvSpPr txBox="1"/>
          <p:nvPr>
            <p:ph type="title"/>
          </p:nvPr>
        </p:nvSpPr>
        <p:spPr>
          <a:xfrm rot="5400000">
            <a:off x="3154892" y="1447800"/>
            <a:ext cx="3901017" cy="1371600"/>
          </a:xfrm>
          <a:prstGeom prst="rect">
            <a:avLst/>
          </a:prstGeom>
          <a:noFill/>
          <a:ln>
            <a:noFill/>
          </a:ln>
        </p:spPr>
        <p:txBody>
          <a:bodyPr anchorCtr="0" anchor="ctr" bIns="30475" lIns="60950" spcFirstLastPara="1" rIns="60950" wrap="square" tIns="30475">
            <a:normAutofit/>
          </a:bodyPr>
          <a:lstStyle>
            <a:lvl1pPr lvl="0" algn="ctr">
              <a:spcBef>
                <a:spcPts val="0"/>
              </a:spcBef>
              <a:spcAft>
                <a:spcPts val="0"/>
              </a:spcAft>
              <a:buClr>
                <a:schemeClr val="dk1"/>
              </a:buClr>
              <a:buSzPts val="1200"/>
              <a:buNone/>
              <a:defRPr/>
            </a:lvl1pPr>
            <a:lvl2pPr lvl="1">
              <a:spcBef>
                <a:spcPts val="0"/>
              </a:spcBef>
              <a:spcAft>
                <a:spcPts val="0"/>
              </a:spcAft>
              <a:buSzPts val="900"/>
              <a:buNone/>
              <a:defRPr/>
            </a:lvl2pPr>
            <a:lvl3pPr lvl="2">
              <a:spcBef>
                <a:spcPts val="0"/>
              </a:spcBef>
              <a:spcAft>
                <a:spcPts val="0"/>
              </a:spcAft>
              <a:buSzPts val="900"/>
              <a:buNone/>
              <a:defRPr/>
            </a:lvl3pPr>
            <a:lvl4pPr lvl="3">
              <a:spcBef>
                <a:spcPts val="0"/>
              </a:spcBef>
              <a:spcAft>
                <a:spcPts val="0"/>
              </a:spcAft>
              <a:buSzPts val="9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p:txBody>
      </p:sp>
      <p:sp>
        <p:nvSpPr>
          <p:cNvPr id="175" name="Google Shape;175;g3f702cbbda8_1_69"/>
          <p:cNvSpPr txBox="1"/>
          <p:nvPr>
            <p:ph idx="1" type="body"/>
          </p:nvPr>
        </p:nvSpPr>
        <p:spPr>
          <a:xfrm rot="5400000">
            <a:off x="360892" y="127000"/>
            <a:ext cx="3901017" cy="4013200"/>
          </a:xfrm>
          <a:prstGeom prst="rect">
            <a:avLst/>
          </a:prstGeom>
          <a:noFill/>
          <a:ln>
            <a:noFill/>
          </a:ln>
        </p:spPr>
        <p:txBody>
          <a:bodyPr anchorCtr="0" anchor="t" bIns="30475" lIns="60950" spcFirstLastPara="1" rIns="60950" wrap="square" tIns="30475">
            <a:normAutofit/>
          </a:bodyPr>
          <a:lstStyle>
            <a:lvl1pPr indent="-304800" lvl="0" marL="457200" algn="l">
              <a:spcBef>
                <a:spcPts val="200"/>
              </a:spcBef>
              <a:spcAft>
                <a:spcPts val="0"/>
              </a:spcAft>
              <a:buClr>
                <a:schemeClr val="dk1"/>
              </a:buClr>
              <a:buSzPts val="1200"/>
              <a:buChar char="•"/>
              <a:defRPr/>
            </a:lvl1pPr>
            <a:lvl2pPr indent="-304800" lvl="1" marL="914400" algn="l">
              <a:spcBef>
                <a:spcPts val="200"/>
              </a:spcBef>
              <a:spcAft>
                <a:spcPts val="0"/>
              </a:spcAft>
              <a:buClr>
                <a:schemeClr val="dk1"/>
              </a:buClr>
              <a:buSzPts val="1200"/>
              <a:buChar char="–"/>
              <a:defRPr/>
            </a:lvl2pPr>
            <a:lvl3pPr indent="-304800" lvl="2" marL="1371600" algn="l">
              <a:spcBef>
                <a:spcPts val="200"/>
              </a:spcBef>
              <a:spcAft>
                <a:spcPts val="0"/>
              </a:spcAft>
              <a:buClr>
                <a:schemeClr val="dk1"/>
              </a:buClr>
              <a:buSzPts val="1200"/>
              <a:buChar char="•"/>
              <a:defRPr/>
            </a:lvl3pPr>
            <a:lvl4pPr indent="-304800" lvl="3" marL="1828800" algn="l">
              <a:spcBef>
                <a:spcPts val="200"/>
              </a:spcBef>
              <a:spcAft>
                <a:spcPts val="0"/>
              </a:spcAft>
              <a:buClr>
                <a:schemeClr val="dk1"/>
              </a:buClr>
              <a:buSzPts val="1200"/>
              <a:buChar char="–"/>
              <a:defRPr/>
            </a:lvl4pPr>
            <a:lvl5pPr indent="-304800" lvl="4" marL="2286000" algn="l">
              <a:spcBef>
                <a:spcPts val="200"/>
              </a:spcBef>
              <a:spcAft>
                <a:spcPts val="0"/>
              </a:spcAft>
              <a:buClr>
                <a:schemeClr val="dk1"/>
              </a:buClr>
              <a:buSzPts val="1200"/>
              <a:buChar char="»"/>
              <a:defRPr/>
            </a:lvl5pPr>
            <a:lvl6pPr indent="-304800" lvl="5" marL="2743200" algn="l">
              <a:spcBef>
                <a:spcPts val="200"/>
              </a:spcBef>
              <a:spcAft>
                <a:spcPts val="0"/>
              </a:spcAft>
              <a:buClr>
                <a:schemeClr val="dk1"/>
              </a:buClr>
              <a:buSzPts val="1200"/>
              <a:buChar char="•"/>
              <a:defRPr/>
            </a:lvl6pPr>
            <a:lvl7pPr indent="-304800" lvl="6" marL="3200400" algn="l">
              <a:spcBef>
                <a:spcPts val="200"/>
              </a:spcBef>
              <a:spcAft>
                <a:spcPts val="0"/>
              </a:spcAft>
              <a:buClr>
                <a:schemeClr val="dk1"/>
              </a:buClr>
              <a:buSzPts val="1200"/>
              <a:buChar char="•"/>
              <a:defRPr/>
            </a:lvl7pPr>
            <a:lvl8pPr indent="-304800" lvl="7" marL="3657600" algn="l">
              <a:spcBef>
                <a:spcPts val="200"/>
              </a:spcBef>
              <a:spcAft>
                <a:spcPts val="0"/>
              </a:spcAft>
              <a:buClr>
                <a:schemeClr val="dk1"/>
              </a:buClr>
              <a:buSzPts val="1200"/>
              <a:buChar char="•"/>
              <a:defRPr/>
            </a:lvl8pPr>
            <a:lvl9pPr indent="-304800" lvl="8" marL="4114800" algn="l">
              <a:spcBef>
                <a:spcPts val="200"/>
              </a:spcBef>
              <a:spcAft>
                <a:spcPts val="0"/>
              </a:spcAft>
              <a:buClr>
                <a:schemeClr val="dk1"/>
              </a:buClr>
              <a:buSzPts val="1200"/>
              <a:buChar char="•"/>
              <a:defRPr/>
            </a:lvl9pPr>
          </a:lstStyle>
          <a:p/>
        </p:txBody>
      </p:sp>
      <p:sp>
        <p:nvSpPr>
          <p:cNvPr id="176" name="Google Shape;176;g3f702cbbda8_1_69"/>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algn="l">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77" name="Google Shape;177;g3f702cbbda8_1_69"/>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algn="ctr">
              <a:spcBef>
                <a:spcPts val="0"/>
              </a:spcBef>
              <a:spcAft>
                <a:spcPts val="0"/>
              </a:spcAft>
              <a:buSzPts val="900"/>
              <a:buNone/>
              <a:defRPr/>
            </a:lvl1pPr>
            <a:lvl2pPr lvl="1" algn="l">
              <a:spcBef>
                <a:spcPts val="0"/>
              </a:spcBef>
              <a:spcAft>
                <a:spcPts val="0"/>
              </a:spcAft>
              <a:buSzPts val="900"/>
              <a:buNone/>
              <a:defRPr/>
            </a:lvl2pPr>
            <a:lvl3pPr lvl="2" algn="l">
              <a:spcBef>
                <a:spcPts val="0"/>
              </a:spcBef>
              <a:spcAft>
                <a:spcPts val="0"/>
              </a:spcAft>
              <a:buSzPts val="900"/>
              <a:buNone/>
              <a:defRPr/>
            </a:lvl3pPr>
            <a:lvl4pPr lvl="3" algn="l">
              <a:spcBef>
                <a:spcPts val="0"/>
              </a:spcBef>
              <a:spcAft>
                <a:spcPts val="0"/>
              </a:spcAft>
              <a:buSzPts val="900"/>
              <a:buNone/>
              <a:defRPr/>
            </a:lvl4pPr>
            <a:lvl5pPr lvl="4" algn="l">
              <a:spcBef>
                <a:spcPts val="0"/>
              </a:spcBef>
              <a:spcAft>
                <a:spcPts val="0"/>
              </a:spcAft>
              <a:buSzPts val="900"/>
              <a:buNone/>
              <a:defRPr/>
            </a:lvl5pPr>
            <a:lvl6pPr lvl="5" algn="l">
              <a:spcBef>
                <a:spcPts val="0"/>
              </a:spcBef>
              <a:spcAft>
                <a:spcPts val="0"/>
              </a:spcAft>
              <a:buSzPts val="900"/>
              <a:buNone/>
              <a:defRPr/>
            </a:lvl6pPr>
            <a:lvl7pPr lvl="6" algn="l">
              <a:spcBef>
                <a:spcPts val="0"/>
              </a:spcBef>
              <a:spcAft>
                <a:spcPts val="0"/>
              </a:spcAft>
              <a:buSzPts val="900"/>
              <a:buNone/>
              <a:defRPr/>
            </a:lvl7pPr>
            <a:lvl8pPr lvl="7" algn="l">
              <a:spcBef>
                <a:spcPts val="0"/>
              </a:spcBef>
              <a:spcAft>
                <a:spcPts val="0"/>
              </a:spcAft>
              <a:buSzPts val="900"/>
              <a:buNone/>
              <a:defRPr/>
            </a:lvl8pPr>
            <a:lvl9pPr lvl="8" algn="l">
              <a:spcBef>
                <a:spcPts val="0"/>
              </a:spcBef>
              <a:spcAft>
                <a:spcPts val="0"/>
              </a:spcAft>
              <a:buSzPts val="900"/>
              <a:buNone/>
              <a:defRPr/>
            </a:lvl9pPr>
          </a:lstStyle>
          <a:p/>
        </p:txBody>
      </p:sp>
      <p:sp>
        <p:nvSpPr>
          <p:cNvPr id="178" name="Google Shape;178;g3f702cbbda8_1_69"/>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5" name="Shape 185"/>
        <p:cNvGrpSpPr/>
        <p:nvPr/>
      </p:nvGrpSpPr>
      <p:grpSpPr>
        <a:xfrm>
          <a:off x="0" y="0"/>
          <a:ext cx="0" cy="0"/>
          <a:chOff x="0" y="0"/>
          <a:chExt cx="0" cy="0"/>
        </a:xfrm>
      </p:grpSpPr>
      <p:sp>
        <p:nvSpPr>
          <p:cNvPr id="186" name="Google Shape;186;g3f862d9fef2_1_1215"/>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87" name="Google Shape;187;g3f862d9fef2_1_1215"/>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88" name="Google Shape;188;g3f862d9fef2_1_1215"/>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9" name="Shape 189"/>
        <p:cNvGrpSpPr/>
        <p:nvPr/>
      </p:nvGrpSpPr>
      <p:grpSpPr>
        <a:xfrm>
          <a:off x="0" y="0"/>
          <a:ext cx="0" cy="0"/>
          <a:chOff x="0" y="0"/>
          <a:chExt cx="0" cy="0"/>
        </a:xfrm>
      </p:grpSpPr>
      <p:sp>
        <p:nvSpPr>
          <p:cNvPr id="190" name="Google Shape;190;g3f862d9fef2_1_1219"/>
          <p:cNvSpPr txBox="1"/>
          <p:nvPr>
            <p:ph type="ctrTitle"/>
          </p:nvPr>
        </p:nvSpPr>
        <p:spPr>
          <a:xfrm>
            <a:off x="457200" y="1420283"/>
            <a:ext cx="5181600" cy="9801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Clr>
                <a:schemeClr val="dk1"/>
              </a:buClr>
              <a:buSzPts val="12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91" name="Google Shape;191;g3f862d9fef2_1_1219"/>
          <p:cNvSpPr txBox="1"/>
          <p:nvPr>
            <p:ph idx="1" type="subTitle"/>
          </p:nvPr>
        </p:nvSpPr>
        <p:spPr>
          <a:xfrm>
            <a:off x="914400" y="2590800"/>
            <a:ext cx="4267200" cy="1168500"/>
          </a:xfrm>
          <a:prstGeom prst="rect">
            <a:avLst/>
          </a:prstGeom>
          <a:noFill/>
          <a:ln>
            <a:noFill/>
          </a:ln>
        </p:spPr>
        <p:txBody>
          <a:bodyPr anchorCtr="0" anchor="t" bIns="30475" lIns="60950" spcFirstLastPara="1" rIns="60950" wrap="square" tIns="30475">
            <a:normAutofit/>
          </a:bodyPr>
          <a:lstStyle>
            <a:lvl1pPr lvl="0" algn="ctr">
              <a:lnSpc>
                <a:spcPct val="100000"/>
              </a:lnSpc>
              <a:spcBef>
                <a:spcPts val="400"/>
              </a:spcBef>
              <a:spcAft>
                <a:spcPts val="0"/>
              </a:spcAft>
              <a:buClr>
                <a:srgbClr val="888888"/>
              </a:buClr>
              <a:buSzPts val="2100"/>
              <a:buNone/>
              <a:defRPr>
                <a:solidFill>
                  <a:srgbClr val="888888"/>
                </a:solidFill>
              </a:defRPr>
            </a:lvl1pPr>
            <a:lvl2pPr lvl="1" algn="ctr">
              <a:lnSpc>
                <a:spcPct val="100000"/>
              </a:lnSpc>
              <a:spcBef>
                <a:spcPts val="400"/>
              </a:spcBef>
              <a:spcAft>
                <a:spcPts val="0"/>
              </a:spcAft>
              <a:buClr>
                <a:srgbClr val="888888"/>
              </a:buClr>
              <a:buSzPts val="1900"/>
              <a:buNone/>
              <a:defRPr>
                <a:solidFill>
                  <a:srgbClr val="888888"/>
                </a:solidFill>
              </a:defRPr>
            </a:lvl2pPr>
            <a:lvl3pPr lvl="2" algn="ctr">
              <a:lnSpc>
                <a:spcPct val="100000"/>
              </a:lnSpc>
              <a:spcBef>
                <a:spcPts val="300"/>
              </a:spcBef>
              <a:spcAft>
                <a:spcPts val="0"/>
              </a:spcAft>
              <a:buClr>
                <a:srgbClr val="888888"/>
              </a:buClr>
              <a:buSzPts val="1600"/>
              <a:buNone/>
              <a:defRPr>
                <a:solidFill>
                  <a:srgbClr val="888888"/>
                </a:solidFill>
              </a:defRPr>
            </a:lvl3pPr>
            <a:lvl4pPr lvl="3" algn="ctr">
              <a:lnSpc>
                <a:spcPct val="100000"/>
              </a:lnSpc>
              <a:spcBef>
                <a:spcPts val="300"/>
              </a:spcBef>
              <a:spcAft>
                <a:spcPts val="0"/>
              </a:spcAft>
              <a:buClr>
                <a:srgbClr val="888888"/>
              </a:buClr>
              <a:buSzPts val="1300"/>
              <a:buNone/>
              <a:defRPr>
                <a:solidFill>
                  <a:srgbClr val="888888"/>
                </a:solidFill>
              </a:defRPr>
            </a:lvl4pPr>
            <a:lvl5pPr lvl="4" algn="ctr">
              <a:lnSpc>
                <a:spcPct val="100000"/>
              </a:lnSpc>
              <a:spcBef>
                <a:spcPts val="300"/>
              </a:spcBef>
              <a:spcAft>
                <a:spcPts val="0"/>
              </a:spcAft>
              <a:buClr>
                <a:srgbClr val="888888"/>
              </a:buClr>
              <a:buSzPts val="1300"/>
              <a:buNone/>
              <a:defRPr>
                <a:solidFill>
                  <a:srgbClr val="888888"/>
                </a:solidFill>
              </a:defRPr>
            </a:lvl5pPr>
            <a:lvl6pPr lvl="5" algn="ctr">
              <a:lnSpc>
                <a:spcPct val="100000"/>
              </a:lnSpc>
              <a:spcBef>
                <a:spcPts val="300"/>
              </a:spcBef>
              <a:spcAft>
                <a:spcPts val="0"/>
              </a:spcAft>
              <a:buClr>
                <a:srgbClr val="888888"/>
              </a:buClr>
              <a:buSzPts val="1300"/>
              <a:buNone/>
              <a:defRPr>
                <a:solidFill>
                  <a:srgbClr val="888888"/>
                </a:solidFill>
              </a:defRPr>
            </a:lvl6pPr>
            <a:lvl7pPr lvl="6" algn="ctr">
              <a:lnSpc>
                <a:spcPct val="100000"/>
              </a:lnSpc>
              <a:spcBef>
                <a:spcPts val="300"/>
              </a:spcBef>
              <a:spcAft>
                <a:spcPts val="0"/>
              </a:spcAft>
              <a:buClr>
                <a:srgbClr val="888888"/>
              </a:buClr>
              <a:buSzPts val="1300"/>
              <a:buNone/>
              <a:defRPr>
                <a:solidFill>
                  <a:srgbClr val="888888"/>
                </a:solidFill>
              </a:defRPr>
            </a:lvl7pPr>
            <a:lvl8pPr lvl="7" algn="ctr">
              <a:lnSpc>
                <a:spcPct val="100000"/>
              </a:lnSpc>
              <a:spcBef>
                <a:spcPts val="300"/>
              </a:spcBef>
              <a:spcAft>
                <a:spcPts val="0"/>
              </a:spcAft>
              <a:buClr>
                <a:srgbClr val="888888"/>
              </a:buClr>
              <a:buSzPts val="1300"/>
              <a:buNone/>
              <a:defRPr>
                <a:solidFill>
                  <a:srgbClr val="888888"/>
                </a:solidFill>
              </a:defRPr>
            </a:lvl8pPr>
            <a:lvl9pPr lvl="8" algn="ctr">
              <a:lnSpc>
                <a:spcPct val="100000"/>
              </a:lnSpc>
              <a:spcBef>
                <a:spcPts val="300"/>
              </a:spcBef>
              <a:spcAft>
                <a:spcPts val="0"/>
              </a:spcAft>
              <a:buClr>
                <a:srgbClr val="888888"/>
              </a:buClr>
              <a:buSzPts val="1300"/>
              <a:buNone/>
              <a:defRPr>
                <a:solidFill>
                  <a:srgbClr val="888888"/>
                </a:solidFill>
              </a:defRPr>
            </a:lvl9pPr>
          </a:lstStyle>
          <a:p/>
        </p:txBody>
      </p:sp>
      <p:sp>
        <p:nvSpPr>
          <p:cNvPr id="192" name="Google Shape;192;g3f862d9fef2_1_1219"/>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93" name="Google Shape;193;g3f862d9fef2_1_1219"/>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94" name="Google Shape;194;g3f862d9fef2_1_1219"/>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5" name="Shape 195"/>
        <p:cNvGrpSpPr/>
        <p:nvPr/>
      </p:nvGrpSpPr>
      <p:grpSpPr>
        <a:xfrm>
          <a:off x="0" y="0"/>
          <a:ext cx="0" cy="0"/>
          <a:chOff x="0" y="0"/>
          <a:chExt cx="0" cy="0"/>
        </a:xfrm>
      </p:grpSpPr>
      <p:sp>
        <p:nvSpPr>
          <p:cNvPr id="196" name="Google Shape;196;g3f862d9fef2_1_1225"/>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Clr>
                <a:schemeClr val="dk1"/>
              </a:buClr>
              <a:buSzPts val="12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97" name="Google Shape;197;g3f862d9fef2_1_1225"/>
          <p:cNvSpPr txBox="1"/>
          <p:nvPr>
            <p:ph idx="1" type="body"/>
          </p:nvPr>
        </p:nvSpPr>
        <p:spPr>
          <a:xfrm>
            <a:off x="304800" y="1066800"/>
            <a:ext cx="5486400" cy="3017400"/>
          </a:xfrm>
          <a:prstGeom prst="rect">
            <a:avLst/>
          </a:prstGeom>
          <a:noFill/>
          <a:ln>
            <a:noFill/>
          </a:ln>
        </p:spPr>
        <p:txBody>
          <a:bodyPr anchorCtr="0" anchor="t" bIns="30475" lIns="60950" spcFirstLastPara="1" rIns="60950" wrap="square" tIns="30475">
            <a:normAutofit/>
          </a:bodyPr>
          <a:lstStyle>
            <a:lvl1pPr indent="-304800" lvl="0" marL="457200" algn="l">
              <a:lnSpc>
                <a:spcPct val="100000"/>
              </a:lnSpc>
              <a:spcBef>
                <a:spcPts val="200"/>
              </a:spcBef>
              <a:spcAft>
                <a:spcPts val="0"/>
              </a:spcAft>
              <a:buClr>
                <a:schemeClr val="dk1"/>
              </a:buClr>
              <a:buSzPts val="1200"/>
              <a:buChar char="•"/>
              <a:defRPr/>
            </a:lvl1pPr>
            <a:lvl2pPr indent="-304800" lvl="1" marL="914400" algn="l">
              <a:lnSpc>
                <a:spcPct val="100000"/>
              </a:lnSpc>
              <a:spcBef>
                <a:spcPts val="2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sp>
        <p:nvSpPr>
          <p:cNvPr id="198" name="Google Shape;198;g3f862d9fef2_1_1225"/>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99" name="Google Shape;199;g3f862d9fef2_1_1225"/>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00" name="Google Shape;200;g3f862d9fef2_1_1225"/>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1" name="Shape 201"/>
        <p:cNvGrpSpPr/>
        <p:nvPr/>
      </p:nvGrpSpPr>
      <p:grpSpPr>
        <a:xfrm>
          <a:off x="0" y="0"/>
          <a:ext cx="0" cy="0"/>
          <a:chOff x="0" y="0"/>
          <a:chExt cx="0" cy="0"/>
        </a:xfrm>
      </p:grpSpPr>
      <p:sp>
        <p:nvSpPr>
          <p:cNvPr id="202" name="Google Shape;202;g3f862d9fef2_1_1231"/>
          <p:cNvSpPr txBox="1"/>
          <p:nvPr>
            <p:ph type="title"/>
          </p:nvPr>
        </p:nvSpPr>
        <p:spPr>
          <a:xfrm>
            <a:off x="481542" y="2937933"/>
            <a:ext cx="5181600" cy="908100"/>
          </a:xfrm>
          <a:prstGeom prst="rect">
            <a:avLst/>
          </a:prstGeom>
          <a:noFill/>
          <a:ln>
            <a:noFill/>
          </a:ln>
        </p:spPr>
        <p:txBody>
          <a:bodyPr anchorCtr="0" anchor="t" bIns="30475" lIns="60950" spcFirstLastPara="1" rIns="60950" wrap="square" tIns="30475">
            <a:normAutofit/>
          </a:bodyPr>
          <a:lstStyle>
            <a:lvl1pPr lvl="0" algn="l">
              <a:lnSpc>
                <a:spcPct val="100000"/>
              </a:lnSpc>
              <a:spcBef>
                <a:spcPts val="0"/>
              </a:spcBef>
              <a:spcAft>
                <a:spcPts val="0"/>
              </a:spcAft>
              <a:buClr>
                <a:schemeClr val="dk1"/>
              </a:buClr>
              <a:buSzPts val="2700"/>
              <a:buFont typeface="Calibri"/>
              <a:buNone/>
              <a:defRPr b="1" sz="2700" cap="none"/>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03" name="Google Shape;203;g3f862d9fef2_1_1231"/>
          <p:cNvSpPr txBox="1"/>
          <p:nvPr>
            <p:ph idx="1" type="body"/>
          </p:nvPr>
        </p:nvSpPr>
        <p:spPr>
          <a:xfrm>
            <a:off x="481542" y="1937809"/>
            <a:ext cx="5181600" cy="1000200"/>
          </a:xfrm>
          <a:prstGeom prst="rect">
            <a:avLst/>
          </a:prstGeom>
          <a:noFill/>
          <a:ln>
            <a:noFill/>
          </a:ln>
        </p:spPr>
        <p:txBody>
          <a:bodyPr anchorCtr="0" anchor="b" bIns="30475" lIns="60950" spcFirstLastPara="1" rIns="60950" wrap="square" tIns="30475">
            <a:normAutofit/>
          </a:bodyPr>
          <a:lstStyle>
            <a:lvl1pPr indent="-228600" lvl="0" marL="457200" algn="l">
              <a:lnSpc>
                <a:spcPct val="100000"/>
              </a:lnSpc>
              <a:spcBef>
                <a:spcPts val="300"/>
              </a:spcBef>
              <a:spcAft>
                <a:spcPts val="0"/>
              </a:spcAft>
              <a:buClr>
                <a:srgbClr val="888888"/>
              </a:buClr>
              <a:buSzPts val="1300"/>
              <a:buNone/>
              <a:defRPr sz="1300">
                <a:solidFill>
                  <a:srgbClr val="888888"/>
                </a:solidFill>
              </a:defRPr>
            </a:lvl1pPr>
            <a:lvl2pPr indent="-228600" lvl="1" marL="914400" algn="l">
              <a:lnSpc>
                <a:spcPct val="100000"/>
              </a:lnSpc>
              <a:spcBef>
                <a:spcPts val="200"/>
              </a:spcBef>
              <a:spcAft>
                <a:spcPts val="0"/>
              </a:spcAft>
              <a:buClr>
                <a:srgbClr val="888888"/>
              </a:buClr>
              <a:buSzPts val="1200"/>
              <a:buNone/>
              <a:defRPr sz="1200">
                <a:solidFill>
                  <a:srgbClr val="888888"/>
                </a:solidFill>
              </a:defRPr>
            </a:lvl2pPr>
            <a:lvl3pPr indent="-228600" lvl="2" marL="1371600" algn="l">
              <a:lnSpc>
                <a:spcPct val="100000"/>
              </a:lnSpc>
              <a:spcBef>
                <a:spcPts val="200"/>
              </a:spcBef>
              <a:spcAft>
                <a:spcPts val="0"/>
              </a:spcAft>
              <a:buClr>
                <a:srgbClr val="888888"/>
              </a:buClr>
              <a:buSzPts val="1100"/>
              <a:buNone/>
              <a:defRPr sz="1100">
                <a:solidFill>
                  <a:srgbClr val="888888"/>
                </a:solidFill>
              </a:defRPr>
            </a:lvl3pPr>
            <a:lvl4pPr indent="-228600" lvl="3" marL="1828800" algn="l">
              <a:lnSpc>
                <a:spcPct val="100000"/>
              </a:lnSpc>
              <a:spcBef>
                <a:spcPts val="200"/>
              </a:spcBef>
              <a:spcAft>
                <a:spcPts val="0"/>
              </a:spcAft>
              <a:buClr>
                <a:srgbClr val="888888"/>
              </a:buClr>
              <a:buSzPts val="900"/>
              <a:buNone/>
              <a:defRPr sz="900">
                <a:solidFill>
                  <a:srgbClr val="888888"/>
                </a:solidFill>
              </a:defRPr>
            </a:lvl4pPr>
            <a:lvl5pPr indent="-228600" lvl="4" marL="2286000" algn="l">
              <a:lnSpc>
                <a:spcPct val="100000"/>
              </a:lnSpc>
              <a:spcBef>
                <a:spcPts val="200"/>
              </a:spcBef>
              <a:spcAft>
                <a:spcPts val="0"/>
              </a:spcAft>
              <a:buClr>
                <a:srgbClr val="888888"/>
              </a:buClr>
              <a:buSzPts val="900"/>
              <a:buNone/>
              <a:defRPr sz="900">
                <a:solidFill>
                  <a:srgbClr val="888888"/>
                </a:solidFill>
              </a:defRPr>
            </a:lvl5pPr>
            <a:lvl6pPr indent="-228600" lvl="5" marL="2743200" algn="l">
              <a:lnSpc>
                <a:spcPct val="100000"/>
              </a:lnSpc>
              <a:spcBef>
                <a:spcPts val="200"/>
              </a:spcBef>
              <a:spcAft>
                <a:spcPts val="0"/>
              </a:spcAft>
              <a:buClr>
                <a:srgbClr val="888888"/>
              </a:buClr>
              <a:buSzPts val="900"/>
              <a:buNone/>
              <a:defRPr sz="900">
                <a:solidFill>
                  <a:srgbClr val="888888"/>
                </a:solidFill>
              </a:defRPr>
            </a:lvl6pPr>
            <a:lvl7pPr indent="-228600" lvl="6" marL="3200400" algn="l">
              <a:lnSpc>
                <a:spcPct val="100000"/>
              </a:lnSpc>
              <a:spcBef>
                <a:spcPts val="200"/>
              </a:spcBef>
              <a:spcAft>
                <a:spcPts val="0"/>
              </a:spcAft>
              <a:buClr>
                <a:srgbClr val="888888"/>
              </a:buClr>
              <a:buSzPts val="900"/>
              <a:buNone/>
              <a:defRPr sz="900">
                <a:solidFill>
                  <a:srgbClr val="888888"/>
                </a:solidFill>
              </a:defRPr>
            </a:lvl7pPr>
            <a:lvl8pPr indent="-228600" lvl="7" marL="3657600" algn="l">
              <a:lnSpc>
                <a:spcPct val="100000"/>
              </a:lnSpc>
              <a:spcBef>
                <a:spcPts val="200"/>
              </a:spcBef>
              <a:spcAft>
                <a:spcPts val="0"/>
              </a:spcAft>
              <a:buClr>
                <a:srgbClr val="888888"/>
              </a:buClr>
              <a:buSzPts val="900"/>
              <a:buNone/>
              <a:defRPr sz="900">
                <a:solidFill>
                  <a:srgbClr val="888888"/>
                </a:solidFill>
              </a:defRPr>
            </a:lvl8pPr>
            <a:lvl9pPr indent="-228600" lvl="8" marL="4114800" algn="l">
              <a:lnSpc>
                <a:spcPct val="100000"/>
              </a:lnSpc>
              <a:spcBef>
                <a:spcPts val="200"/>
              </a:spcBef>
              <a:spcAft>
                <a:spcPts val="0"/>
              </a:spcAft>
              <a:buClr>
                <a:srgbClr val="888888"/>
              </a:buClr>
              <a:buSzPts val="900"/>
              <a:buNone/>
              <a:defRPr sz="900">
                <a:solidFill>
                  <a:srgbClr val="888888"/>
                </a:solidFill>
              </a:defRPr>
            </a:lvl9pPr>
          </a:lstStyle>
          <a:p/>
        </p:txBody>
      </p:sp>
      <p:sp>
        <p:nvSpPr>
          <p:cNvPr id="204" name="Google Shape;204;g3f862d9fef2_1_1231"/>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05" name="Google Shape;205;g3f862d9fef2_1_1231"/>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06" name="Google Shape;206;g3f862d9fef2_1_1231"/>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7" name="Shape 207"/>
        <p:cNvGrpSpPr/>
        <p:nvPr/>
      </p:nvGrpSpPr>
      <p:grpSpPr>
        <a:xfrm>
          <a:off x="0" y="0"/>
          <a:ext cx="0" cy="0"/>
          <a:chOff x="0" y="0"/>
          <a:chExt cx="0" cy="0"/>
        </a:xfrm>
      </p:grpSpPr>
      <p:sp>
        <p:nvSpPr>
          <p:cNvPr id="208" name="Google Shape;208;g3f862d9fef2_1_1237"/>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Clr>
                <a:schemeClr val="dk1"/>
              </a:buClr>
              <a:buSzPts val="12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09" name="Google Shape;209;g3f862d9fef2_1_1237"/>
          <p:cNvSpPr txBox="1"/>
          <p:nvPr>
            <p:ph idx="1" type="body"/>
          </p:nvPr>
        </p:nvSpPr>
        <p:spPr>
          <a:xfrm>
            <a:off x="304800" y="1066800"/>
            <a:ext cx="2692500" cy="3017400"/>
          </a:xfrm>
          <a:prstGeom prst="rect">
            <a:avLst/>
          </a:prstGeom>
          <a:noFill/>
          <a:ln>
            <a:noFill/>
          </a:ln>
        </p:spPr>
        <p:txBody>
          <a:bodyPr anchorCtr="0" anchor="t" bIns="30475" lIns="60950" spcFirstLastPara="1" rIns="60950" wrap="square" tIns="30475">
            <a:normAutofit/>
          </a:bodyPr>
          <a:lstStyle>
            <a:lvl1pPr indent="-349250" lvl="0" marL="457200" algn="l">
              <a:lnSpc>
                <a:spcPct val="100000"/>
              </a:lnSpc>
              <a:spcBef>
                <a:spcPts val="400"/>
              </a:spcBef>
              <a:spcAft>
                <a:spcPts val="0"/>
              </a:spcAft>
              <a:buClr>
                <a:schemeClr val="dk1"/>
              </a:buClr>
              <a:buSzPts val="1900"/>
              <a:buChar char="•"/>
              <a:defRPr sz="1900"/>
            </a:lvl1pPr>
            <a:lvl2pPr indent="-330200" lvl="1" marL="914400" algn="l">
              <a:lnSpc>
                <a:spcPct val="100000"/>
              </a:lnSpc>
              <a:spcBef>
                <a:spcPts val="300"/>
              </a:spcBef>
              <a:spcAft>
                <a:spcPts val="0"/>
              </a:spcAft>
              <a:buClr>
                <a:schemeClr val="dk1"/>
              </a:buClr>
              <a:buSzPts val="1600"/>
              <a:buChar char="–"/>
              <a:defRPr sz="1600"/>
            </a:lvl2pPr>
            <a:lvl3pPr indent="-311150" lvl="2" marL="1371600" algn="l">
              <a:lnSpc>
                <a:spcPct val="100000"/>
              </a:lnSpc>
              <a:spcBef>
                <a:spcPts val="300"/>
              </a:spcBef>
              <a:spcAft>
                <a:spcPts val="0"/>
              </a:spcAft>
              <a:buClr>
                <a:schemeClr val="dk1"/>
              </a:buClr>
              <a:buSzPts val="1300"/>
              <a:buChar char="•"/>
              <a:defRPr sz="13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210" name="Google Shape;210;g3f862d9fef2_1_1237"/>
          <p:cNvSpPr txBox="1"/>
          <p:nvPr>
            <p:ph idx="2" type="body"/>
          </p:nvPr>
        </p:nvSpPr>
        <p:spPr>
          <a:xfrm>
            <a:off x="3098800" y="1066800"/>
            <a:ext cx="2692500" cy="3017400"/>
          </a:xfrm>
          <a:prstGeom prst="rect">
            <a:avLst/>
          </a:prstGeom>
          <a:noFill/>
          <a:ln>
            <a:noFill/>
          </a:ln>
        </p:spPr>
        <p:txBody>
          <a:bodyPr anchorCtr="0" anchor="t" bIns="30475" lIns="60950" spcFirstLastPara="1" rIns="60950" wrap="square" tIns="30475">
            <a:normAutofit/>
          </a:bodyPr>
          <a:lstStyle>
            <a:lvl1pPr indent="-349250" lvl="0" marL="457200" algn="l">
              <a:lnSpc>
                <a:spcPct val="100000"/>
              </a:lnSpc>
              <a:spcBef>
                <a:spcPts val="400"/>
              </a:spcBef>
              <a:spcAft>
                <a:spcPts val="0"/>
              </a:spcAft>
              <a:buClr>
                <a:schemeClr val="dk1"/>
              </a:buClr>
              <a:buSzPts val="1900"/>
              <a:buChar char="•"/>
              <a:defRPr sz="1900"/>
            </a:lvl1pPr>
            <a:lvl2pPr indent="-330200" lvl="1" marL="914400" algn="l">
              <a:lnSpc>
                <a:spcPct val="100000"/>
              </a:lnSpc>
              <a:spcBef>
                <a:spcPts val="300"/>
              </a:spcBef>
              <a:spcAft>
                <a:spcPts val="0"/>
              </a:spcAft>
              <a:buClr>
                <a:schemeClr val="dk1"/>
              </a:buClr>
              <a:buSzPts val="1600"/>
              <a:buChar char="–"/>
              <a:defRPr sz="1600"/>
            </a:lvl2pPr>
            <a:lvl3pPr indent="-311150" lvl="2" marL="1371600" algn="l">
              <a:lnSpc>
                <a:spcPct val="100000"/>
              </a:lnSpc>
              <a:spcBef>
                <a:spcPts val="300"/>
              </a:spcBef>
              <a:spcAft>
                <a:spcPts val="0"/>
              </a:spcAft>
              <a:buClr>
                <a:schemeClr val="dk1"/>
              </a:buClr>
              <a:buSzPts val="1300"/>
              <a:buChar char="•"/>
              <a:defRPr sz="1300"/>
            </a:lvl3pPr>
            <a:lvl4pPr indent="-304800" lvl="3" marL="1828800" algn="l">
              <a:lnSpc>
                <a:spcPct val="100000"/>
              </a:lnSpc>
              <a:spcBef>
                <a:spcPts val="200"/>
              </a:spcBef>
              <a:spcAft>
                <a:spcPts val="0"/>
              </a:spcAft>
              <a:buClr>
                <a:schemeClr val="dk1"/>
              </a:buClr>
              <a:buSzPts val="1200"/>
              <a:buChar char="–"/>
              <a:defRPr sz="1200"/>
            </a:lvl4pPr>
            <a:lvl5pPr indent="-304800" lvl="4" marL="2286000" algn="l">
              <a:lnSpc>
                <a:spcPct val="100000"/>
              </a:lnSpc>
              <a:spcBef>
                <a:spcPts val="200"/>
              </a:spcBef>
              <a:spcAft>
                <a:spcPts val="0"/>
              </a:spcAft>
              <a:buClr>
                <a:schemeClr val="dk1"/>
              </a:buClr>
              <a:buSzPts val="1200"/>
              <a:buChar char="»"/>
              <a:defRPr sz="1200"/>
            </a:lvl5pPr>
            <a:lvl6pPr indent="-304800" lvl="5" marL="2743200" algn="l">
              <a:lnSpc>
                <a:spcPct val="100000"/>
              </a:lnSpc>
              <a:spcBef>
                <a:spcPts val="200"/>
              </a:spcBef>
              <a:spcAft>
                <a:spcPts val="0"/>
              </a:spcAft>
              <a:buClr>
                <a:schemeClr val="dk1"/>
              </a:buClr>
              <a:buSzPts val="1200"/>
              <a:buChar char="•"/>
              <a:defRPr sz="1200"/>
            </a:lvl6pPr>
            <a:lvl7pPr indent="-304800" lvl="6" marL="3200400" algn="l">
              <a:lnSpc>
                <a:spcPct val="100000"/>
              </a:lnSpc>
              <a:spcBef>
                <a:spcPts val="200"/>
              </a:spcBef>
              <a:spcAft>
                <a:spcPts val="0"/>
              </a:spcAft>
              <a:buClr>
                <a:schemeClr val="dk1"/>
              </a:buClr>
              <a:buSzPts val="1200"/>
              <a:buChar char="•"/>
              <a:defRPr sz="1200"/>
            </a:lvl7pPr>
            <a:lvl8pPr indent="-304800" lvl="7" marL="3657600" algn="l">
              <a:lnSpc>
                <a:spcPct val="100000"/>
              </a:lnSpc>
              <a:spcBef>
                <a:spcPts val="200"/>
              </a:spcBef>
              <a:spcAft>
                <a:spcPts val="0"/>
              </a:spcAft>
              <a:buClr>
                <a:schemeClr val="dk1"/>
              </a:buClr>
              <a:buSzPts val="1200"/>
              <a:buChar char="•"/>
              <a:defRPr sz="1200"/>
            </a:lvl8pPr>
            <a:lvl9pPr indent="-304800" lvl="8" marL="4114800" algn="l">
              <a:lnSpc>
                <a:spcPct val="100000"/>
              </a:lnSpc>
              <a:spcBef>
                <a:spcPts val="200"/>
              </a:spcBef>
              <a:spcAft>
                <a:spcPts val="0"/>
              </a:spcAft>
              <a:buClr>
                <a:schemeClr val="dk1"/>
              </a:buClr>
              <a:buSzPts val="1200"/>
              <a:buChar char="•"/>
              <a:defRPr sz="1200"/>
            </a:lvl9pPr>
          </a:lstStyle>
          <a:p/>
        </p:txBody>
      </p:sp>
      <p:sp>
        <p:nvSpPr>
          <p:cNvPr id="211" name="Google Shape;211;g3f862d9fef2_1_1237"/>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12" name="Google Shape;212;g3f862d9fef2_1_1237"/>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13" name="Google Shape;213;g3f862d9fef2_1_1237"/>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4" name="Shape 214"/>
        <p:cNvGrpSpPr/>
        <p:nvPr/>
      </p:nvGrpSpPr>
      <p:grpSpPr>
        <a:xfrm>
          <a:off x="0" y="0"/>
          <a:ext cx="0" cy="0"/>
          <a:chOff x="0" y="0"/>
          <a:chExt cx="0" cy="0"/>
        </a:xfrm>
      </p:grpSpPr>
      <p:sp>
        <p:nvSpPr>
          <p:cNvPr id="215" name="Google Shape;215;g3f862d9fef2_1_1244"/>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Clr>
                <a:schemeClr val="dk1"/>
              </a:buClr>
              <a:buSzPts val="2900"/>
              <a:buFont typeface="Calibri"/>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16" name="Google Shape;216;g3f862d9fef2_1_1244"/>
          <p:cNvSpPr txBox="1"/>
          <p:nvPr>
            <p:ph idx="1" type="body"/>
          </p:nvPr>
        </p:nvSpPr>
        <p:spPr>
          <a:xfrm>
            <a:off x="304800" y="1023409"/>
            <a:ext cx="2693400" cy="426600"/>
          </a:xfrm>
          <a:prstGeom prst="rect">
            <a:avLst/>
          </a:prstGeom>
          <a:noFill/>
          <a:ln>
            <a:noFill/>
          </a:ln>
        </p:spPr>
        <p:txBody>
          <a:bodyPr anchorCtr="0" anchor="b" bIns="30475" lIns="60950" spcFirstLastPara="1" rIns="60950" wrap="square" tIns="30475">
            <a:normAutofit/>
          </a:bodyPr>
          <a:lstStyle>
            <a:lvl1pPr indent="-228600" lvl="0" marL="457200" algn="l">
              <a:lnSpc>
                <a:spcPct val="100000"/>
              </a:lnSpc>
              <a:spcBef>
                <a:spcPts val="300"/>
              </a:spcBef>
              <a:spcAft>
                <a:spcPts val="0"/>
              </a:spcAft>
              <a:buClr>
                <a:schemeClr val="dk1"/>
              </a:buClr>
              <a:buSzPts val="1600"/>
              <a:buNone/>
              <a:defRPr b="1" sz="1600"/>
            </a:lvl1pPr>
            <a:lvl2pPr indent="-228600" lvl="1" marL="914400" algn="l">
              <a:lnSpc>
                <a:spcPct val="100000"/>
              </a:lnSpc>
              <a:spcBef>
                <a:spcPts val="300"/>
              </a:spcBef>
              <a:spcAft>
                <a:spcPts val="0"/>
              </a:spcAft>
              <a:buClr>
                <a:schemeClr val="dk1"/>
              </a:buClr>
              <a:buSzPts val="1300"/>
              <a:buNone/>
              <a:defRPr b="1" sz="1300"/>
            </a:lvl2pPr>
            <a:lvl3pPr indent="-228600" lvl="2" marL="1371600" algn="l">
              <a:lnSpc>
                <a:spcPct val="100000"/>
              </a:lnSpc>
              <a:spcBef>
                <a:spcPts val="200"/>
              </a:spcBef>
              <a:spcAft>
                <a:spcPts val="0"/>
              </a:spcAft>
              <a:buClr>
                <a:schemeClr val="dk1"/>
              </a:buClr>
              <a:buSzPts val="1200"/>
              <a:buNone/>
              <a:defRPr b="1" sz="1200"/>
            </a:lvl3pPr>
            <a:lvl4pPr indent="-228600" lvl="3" marL="1828800" algn="l">
              <a:lnSpc>
                <a:spcPct val="100000"/>
              </a:lnSpc>
              <a:spcBef>
                <a:spcPts val="200"/>
              </a:spcBef>
              <a:spcAft>
                <a:spcPts val="0"/>
              </a:spcAft>
              <a:buClr>
                <a:schemeClr val="dk1"/>
              </a:buClr>
              <a:buSzPts val="1100"/>
              <a:buNone/>
              <a:defRPr b="1" sz="1100"/>
            </a:lvl4pPr>
            <a:lvl5pPr indent="-228600" lvl="4" marL="2286000" algn="l">
              <a:lnSpc>
                <a:spcPct val="100000"/>
              </a:lnSpc>
              <a:spcBef>
                <a:spcPts val="200"/>
              </a:spcBef>
              <a:spcAft>
                <a:spcPts val="0"/>
              </a:spcAft>
              <a:buClr>
                <a:schemeClr val="dk1"/>
              </a:buClr>
              <a:buSzPts val="1100"/>
              <a:buNone/>
              <a:defRPr b="1" sz="1100"/>
            </a:lvl5pPr>
            <a:lvl6pPr indent="-228600" lvl="5" marL="2743200" algn="l">
              <a:lnSpc>
                <a:spcPct val="100000"/>
              </a:lnSpc>
              <a:spcBef>
                <a:spcPts val="200"/>
              </a:spcBef>
              <a:spcAft>
                <a:spcPts val="0"/>
              </a:spcAft>
              <a:buClr>
                <a:schemeClr val="dk1"/>
              </a:buClr>
              <a:buSzPts val="1100"/>
              <a:buNone/>
              <a:defRPr b="1" sz="1100"/>
            </a:lvl6pPr>
            <a:lvl7pPr indent="-228600" lvl="6" marL="3200400" algn="l">
              <a:lnSpc>
                <a:spcPct val="100000"/>
              </a:lnSpc>
              <a:spcBef>
                <a:spcPts val="200"/>
              </a:spcBef>
              <a:spcAft>
                <a:spcPts val="0"/>
              </a:spcAft>
              <a:buClr>
                <a:schemeClr val="dk1"/>
              </a:buClr>
              <a:buSzPts val="1100"/>
              <a:buNone/>
              <a:defRPr b="1" sz="1100"/>
            </a:lvl7pPr>
            <a:lvl8pPr indent="-228600" lvl="7" marL="3657600" algn="l">
              <a:lnSpc>
                <a:spcPct val="100000"/>
              </a:lnSpc>
              <a:spcBef>
                <a:spcPts val="200"/>
              </a:spcBef>
              <a:spcAft>
                <a:spcPts val="0"/>
              </a:spcAft>
              <a:buClr>
                <a:schemeClr val="dk1"/>
              </a:buClr>
              <a:buSzPts val="1100"/>
              <a:buNone/>
              <a:defRPr b="1" sz="1100"/>
            </a:lvl8pPr>
            <a:lvl9pPr indent="-228600" lvl="8" marL="4114800" algn="l">
              <a:lnSpc>
                <a:spcPct val="100000"/>
              </a:lnSpc>
              <a:spcBef>
                <a:spcPts val="200"/>
              </a:spcBef>
              <a:spcAft>
                <a:spcPts val="0"/>
              </a:spcAft>
              <a:buClr>
                <a:schemeClr val="dk1"/>
              </a:buClr>
              <a:buSzPts val="1100"/>
              <a:buNone/>
              <a:defRPr b="1" sz="1100"/>
            </a:lvl9pPr>
          </a:lstStyle>
          <a:p/>
        </p:txBody>
      </p:sp>
      <p:sp>
        <p:nvSpPr>
          <p:cNvPr id="217" name="Google Shape;217;g3f862d9fef2_1_1244"/>
          <p:cNvSpPr txBox="1"/>
          <p:nvPr>
            <p:ph idx="2" type="body"/>
          </p:nvPr>
        </p:nvSpPr>
        <p:spPr>
          <a:xfrm>
            <a:off x="304800" y="1449917"/>
            <a:ext cx="2693400" cy="2634300"/>
          </a:xfrm>
          <a:prstGeom prst="rect">
            <a:avLst/>
          </a:prstGeom>
          <a:noFill/>
          <a:ln>
            <a:noFill/>
          </a:ln>
        </p:spPr>
        <p:txBody>
          <a:bodyPr anchorCtr="0" anchor="t" bIns="30475" lIns="60950" spcFirstLastPara="1" rIns="60950" wrap="square" tIns="30475">
            <a:normAutofit/>
          </a:bodyPr>
          <a:lstStyle>
            <a:lvl1pPr indent="-330200" lvl="0" marL="457200" algn="l">
              <a:lnSpc>
                <a:spcPct val="100000"/>
              </a:lnSpc>
              <a:spcBef>
                <a:spcPts val="300"/>
              </a:spcBef>
              <a:spcAft>
                <a:spcPts val="0"/>
              </a:spcAft>
              <a:buClr>
                <a:schemeClr val="dk1"/>
              </a:buClr>
              <a:buSzPts val="1600"/>
              <a:buChar char="•"/>
              <a:defRPr sz="1600"/>
            </a:lvl1pPr>
            <a:lvl2pPr indent="-311150" lvl="1" marL="914400" algn="l">
              <a:lnSpc>
                <a:spcPct val="100000"/>
              </a:lnSpc>
              <a:spcBef>
                <a:spcPts val="300"/>
              </a:spcBef>
              <a:spcAft>
                <a:spcPts val="0"/>
              </a:spcAft>
              <a:buClr>
                <a:schemeClr val="dk1"/>
              </a:buClr>
              <a:buSzPts val="1300"/>
              <a:buChar char="–"/>
              <a:defRPr sz="1300"/>
            </a:lvl2pPr>
            <a:lvl3pPr indent="-304800" lvl="2" marL="1371600" algn="l">
              <a:lnSpc>
                <a:spcPct val="100000"/>
              </a:lnSpc>
              <a:spcBef>
                <a:spcPts val="200"/>
              </a:spcBef>
              <a:spcAft>
                <a:spcPts val="0"/>
              </a:spcAft>
              <a:buClr>
                <a:schemeClr val="dk1"/>
              </a:buClr>
              <a:buSzPts val="1200"/>
              <a:buChar char="•"/>
              <a:defRPr sz="12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200"/>
              </a:spcBef>
              <a:spcAft>
                <a:spcPts val="0"/>
              </a:spcAft>
              <a:buClr>
                <a:schemeClr val="dk1"/>
              </a:buClr>
              <a:buSzPts val="1100"/>
              <a:buChar char="»"/>
              <a:defRPr sz="1100"/>
            </a:lvl5pPr>
            <a:lvl6pPr indent="-298450" lvl="5" marL="2743200" algn="l">
              <a:lnSpc>
                <a:spcPct val="100000"/>
              </a:lnSpc>
              <a:spcBef>
                <a:spcPts val="200"/>
              </a:spcBef>
              <a:spcAft>
                <a:spcPts val="0"/>
              </a:spcAft>
              <a:buClr>
                <a:schemeClr val="dk1"/>
              </a:buClr>
              <a:buSzPts val="1100"/>
              <a:buChar char="•"/>
              <a:defRPr sz="1100"/>
            </a:lvl6pPr>
            <a:lvl7pPr indent="-298450" lvl="6" marL="3200400" algn="l">
              <a:lnSpc>
                <a:spcPct val="100000"/>
              </a:lnSpc>
              <a:spcBef>
                <a:spcPts val="200"/>
              </a:spcBef>
              <a:spcAft>
                <a:spcPts val="0"/>
              </a:spcAft>
              <a:buClr>
                <a:schemeClr val="dk1"/>
              </a:buClr>
              <a:buSzPts val="1100"/>
              <a:buChar char="•"/>
              <a:defRPr sz="1100"/>
            </a:lvl7pPr>
            <a:lvl8pPr indent="-298450" lvl="7" marL="3657600" algn="l">
              <a:lnSpc>
                <a:spcPct val="100000"/>
              </a:lnSpc>
              <a:spcBef>
                <a:spcPts val="200"/>
              </a:spcBef>
              <a:spcAft>
                <a:spcPts val="0"/>
              </a:spcAft>
              <a:buClr>
                <a:schemeClr val="dk1"/>
              </a:buClr>
              <a:buSzPts val="1100"/>
              <a:buChar char="•"/>
              <a:defRPr sz="1100"/>
            </a:lvl8pPr>
            <a:lvl9pPr indent="-298450" lvl="8" marL="4114800" algn="l">
              <a:lnSpc>
                <a:spcPct val="100000"/>
              </a:lnSpc>
              <a:spcBef>
                <a:spcPts val="200"/>
              </a:spcBef>
              <a:spcAft>
                <a:spcPts val="0"/>
              </a:spcAft>
              <a:buClr>
                <a:schemeClr val="dk1"/>
              </a:buClr>
              <a:buSzPts val="1100"/>
              <a:buChar char="•"/>
              <a:defRPr sz="1100"/>
            </a:lvl9pPr>
          </a:lstStyle>
          <a:p/>
        </p:txBody>
      </p:sp>
      <p:sp>
        <p:nvSpPr>
          <p:cNvPr id="218" name="Google Shape;218;g3f862d9fef2_1_1244"/>
          <p:cNvSpPr txBox="1"/>
          <p:nvPr>
            <p:ph idx="3" type="body"/>
          </p:nvPr>
        </p:nvSpPr>
        <p:spPr>
          <a:xfrm>
            <a:off x="3096683" y="1023409"/>
            <a:ext cx="2694600" cy="426600"/>
          </a:xfrm>
          <a:prstGeom prst="rect">
            <a:avLst/>
          </a:prstGeom>
          <a:noFill/>
          <a:ln>
            <a:noFill/>
          </a:ln>
        </p:spPr>
        <p:txBody>
          <a:bodyPr anchorCtr="0" anchor="b" bIns="30475" lIns="60950" spcFirstLastPara="1" rIns="60950" wrap="square" tIns="30475">
            <a:normAutofit/>
          </a:bodyPr>
          <a:lstStyle>
            <a:lvl1pPr indent="-228600" lvl="0" marL="457200" algn="l">
              <a:lnSpc>
                <a:spcPct val="100000"/>
              </a:lnSpc>
              <a:spcBef>
                <a:spcPts val="300"/>
              </a:spcBef>
              <a:spcAft>
                <a:spcPts val="0"/>
              </a:spcAft>
              <a:buClr>
                <a:schemeClr val="dk1"/>
              </a:buClr>
              <a:buSzPts val="1600"/>
              <a:buNone/>
              <a:defRPr b="1" sz="1600"/>
            </a:lvl1pPr>
            <a:lvl2pPr indent="-228600" lvl="1" marL="914400" algn="l">
              <a:lnSpc>
                <a:spcPct val="100000"/>
              </a:lnSpc>
              <a:spcBef>
                <a:spcPts val="300"/>
              </a:spcBef>
              <a:spcAft>
                <a:spcPts val="0"/>
              </a:spcAft>
              <a:buClr>
                <a:schemeClr val="dk1"/>
              </a:buClr>
              <a:buSzPts val="1300"/>
              <a:buNone/>
              <a:defRPr b="1" sz="1300"/>
            </a:lvl2pPr>
            <a:lvl3pPr indent="-228600" lvl="2" marL="1371600" algn="l">
              <a:lnSpc>
                <a:spcPct val="100000"/>
              </a:lnSpc>
              <a:spcBef>
                <a:spcPts val="200"/>
              </a:spcBef>
              <a:spcAft>
                <a:spcPts val="0"/>
              </a:spcAft>
              <a:buClr>
                <a:schemeClr val="dk1"/>
              </a:buClr>
              <a:buSzPts val="1200"/>
              <a:buNone/>
              <a:defRPr b="1" sz="1200"/>
            </a:lvl3pPr>
            <a:lvl4pPr indent="-228600" lvl="3" marL="1828800" algn="l">
              <a:lnSpc>
                <a:spcPct val="100000"/>
              </a:lnSpc>
              <a:spcBef>
                <a:spcPts val="200"/>
              </a:spcBef>
              <a:spcAft>
                <a:spcPts val="0"/>
              </a:spcAft>
              <a:buClr>
                <a:schemeClr val="dk1"/>
              </a:buClr>
              <a:buSzPts val="1100"/>
              <a:buNone/>
              <a:defRPr b="1" sz="1100"/>
            </a:lvl4pPr>
            <a:lvl5pPr indent="-228600" lvl="4" marL="2286000" algn="l">
              <a:lnSpc>
                <a:spcPct val="100000"/>
              </a:lnSpc>
              <a:spcBef>
                <a:spcPts val="200"/>
              </a:spcBef>
              <a:spcAft>
                <a:spcPts val="0"/>
              </a:spcAft>
              <a:buClr>
                <a:schemeClr val="dk1"/>
              </a:buClr>
              <a:buSzPts val="1100"/>
              <a:buNone/>
              <a:defRPr b="1" sz="1100"/>
            </a:lvl5pPr>
            <a:lvl6pPr indent="-228600" lvl="5" marL="2743200" algn="l">
              <a:lnSpc>
                <a:spcPct val="100000"/>
              </a:lnSpc>
              <a:spcBef>
                <a:spcPts val="200"/>
              </a:spcBef>
              <a:spcAft>
                <a:spcPts val="0"/>
              </a:spcAft>
              <a:buClr>
                <a:schemeClr val="dk1"/>
              </a:buClr>
              <a:buSzPts val="1100"/>
              <a:buNone/>
              <a:defRPr b="1" sz="1100"/>
            </a:lvl6pPr>
            <a:lvl7pPr indent="-228600" lvl="6" marL="3200400" algn="l">
              <a:lnSpc>
                <a:spcPct val="100000"/>
              </a:lnSpc>
              <a:spcBef>
                <a:spcPts val="200"/>
              </a:spcBef>
              <a:spcAft>
                <a:spcPts val="0"/>
              </a:spcAft>
              <a:buClr>
                <a:schemeClr val="dk1"/>
              </a:buClr>
              <a:buSzPts val="1100"/>
              <a:buNone/>
              <a:defRPr b="1" sz="1100"/>
            </a:lvl7pPr>
            <a:lvl8pPr indent="-228600" lvl="7" marL="3657600" algn="l">
              <a:lnSpc>
                <a:spcPct val="100000"/>
              </a:lnSpc>
              <a:spcBef>
                <a:spcPts val="200"/>
              </a:spcBef>
              <a:spcAft>
                <a:spcPts val="0"/>
              </a:spcAft>
              <a:buClr>
                <a:schemeClr val="dk1"/>
              </a:buClr>
              <a:buSzPts val="1100"/>
              <a:buNone/>
              <a:defRPr b="1" sz="1100"/>
            </a:lvl8pPr>
            <a:lvl9pPr indent="-228600" lvl="8" marL="4114800" algn="l">
              <a:lnSpc>
                <a:spcPct val="100000"/>
              </a:lnSpc>
              <a:spcBef>
                <a:spcPts val="200"/>
              </a:spcBef>
              <a:spcAft>
                <a:spcPts val="0"/>
              </a:spcAft>
              <a:buClr>
                <a:schemeClr val="dk1"/>
              </a:buClr>
              <a:buSzPts val="1100"/>
              <a:buNone/>
              <a:defRPr b="1" sz="1100"/>
            </a:lvl9pPr>
          </a:lstStyle>
          <a:p/>
        </p:txBody>
      </p:sp>
      <p:sp>
        <p:nvSpPr>
          <p:cNvPr id="219" name="Google Shape;219;g3f862d9fef2_1_1244"/>
          <p:cNvSpPr txBox="1"/>
          <p:nvPr>
            <p:ph idx="4" type="body"/>
          </p:nvPr>
        </p:nvSpPr>
        <p:spPr>
          <a:xfrm>
            <a:off x="3096683" y="1449917"/>
            <a:ext cx="2694600" cy="2634300"/>
          </a:xfrm>
          <a:prstGeom prst="rect">
            <a:avLst/>
          </a:prstGeom>
          <a:noFill/>
          <a:ln>
            <a:noFill/>
          </a:ln>
        </p:spPr>
        <p:txBody>
          <a:bodyPr anchorCtr="0" anchor="t" bIns="30475" lIns="60950" spcFirstLastPara="1" rIns="60950" wrap="square" tIns="30475">
            <a:normAutofit/>
          </a:bodyPr>
          <a:lstStyle>
            <a:lvl1pPr indent="-330200" lvl="0" marL="457200" algn="l">
              <a:lnSpc>
                <a:spcPct val="100000"/>
              </a:lnSpc>
              <a:spcBef>
                <a:spcPts val="300"/>
              </a:spcBef>
              <a:spcAft>
                <a:spcPts val="0"/>
              </a:spcAft>
              <a:buClr>
                <a:schemeClr val="dk1"/>
              </a:buClr>
              <a:buSzPts val="1600"/>
              <a:buChar char="•"/>
              <a:defRPr sz="1600"/>
            </a:lvl1pPr>
            <a:lvl2pPr indent="-311150" lvl="1" marL="914400" algn="l">
              <a:lnSpc>
                <a:spcPct val="100000"/>
              </a:lnSpc>
              <a:spcBef>
                <a:spcPts val="300"/>
              </a:spcBef>
              <a:spcAft>
                <a:spcPts val="0"/>
              </a:spcAft>
              <a:buClr>
                <a:schemeClr val="dk1"/>
              </a:buClr>
              <a:buSzPts val="1300"/>
              <a:buChar char="–"/>
              <a:defRPr sz="1300"/>
            </a:lvl2pPr>
            <a:lvl3pPr indent="-304800" lvl="2" marL="1371600" algn="l">
              <a:lnSpc>
                <a:spcPct val="100000"/>
              </a:lnSpc>
              <a:spcBef>
                <a:spcPts val="200"/>
              </a:spcBef>
              <a:spcAft>
                <a:spcPts val="0"/>
              </a:spcAft>
              <a:buClr>
                <a:schemeClr val="dk1"/>
              </a:buClr>
              <a:buSzPts val="1200"/>
              <a:buChar char="•"/>
              <a:defRPr sz="1200"/>
            </a:lvl3pPr>
            <a:lvl4pPr indent="-298450" lvl="3" marL="1828800" algn="l">
              <a:lnSpc>
                <a:spcPct val="100000"/>
              </a:lnSpc>
              <a:spcBef>
                <a:spcPts val="200"/>
              </a:spcBef>
              <a:spcAft>
                <a:spcPts val="0"/>
              </a:spcAft>
              <a:buClr>
                <a:schemeClr val="dk1"/>
              </a:buClr>
              <a:buSzPts val="1100"/>
              <a:buChar char="–"/>
              <a:defRPr sz="1100"/>
            </a:lvl4pPr>
            <a:lvl5pPr indent="-298450" lvl="4" marL="2286000" algn="l">
              <a:lnSpc>
                <a:spcPct val="100000"/>
              </a:lnSpc>
              <a:spcBef>
                <a:spcPts val="200"/>
              </a:spcBef>
              <a:spcAft>
                <a:spcPts val="0"/>
              </a:spcAft>
              <a:buClr>
                <a:schemeClr val="dk1"/>
              </a:buClr>
              <a:buSzPts val="1100"/>
              <a:buChar char="»"/>
              <a:defRPr sz="1100"/>
            </a:lvl5pPr>
            <a:lvl6pPr indent="-298450" lvl="5" marL="2743200" algn="l">
              <a:lnSpc>
                <a:spcPct val="100000"/>
              </a:lnSpc>
              <a:spcBef>
                <a:spcPts val="200"/>
              </a:spcBef>
              <a:spcAft>
                <a:spcPts val="0"/>
              </a:spcAft>
              <a:buClr>
                <a:schemeClr val="dk1"/>
              </a:buClr>
              <a:buSzPts val="1100"/>
              <a:buChar char="•"/>
              <a:defRPr sz="1100"/>
            </a:lvl6pPr>
            <a:lvl7pPr indent="-298450" lvl="6" marL="3200400" algn="l">
              <a:lnSpc>
                <a:spcPct val="100000"/>
              </a:lnSpc>
              <a:spcBef>
                <a:spcPts val="200"/>
              </a:spcBef>
              <a:spcAft>
                <a:spcPts val="0"/>
              </a:spcAft>
              <a:buClr>
                <a:schemeClr val="dk1"/>
              </a:buClr>
              <a:buSzPts val="1100"/>
              <a:buChar char="•"/>
              <a:defRPr sz="1100"/>
            </a:lvl7pPr>
            <a:lvl8pPr indent="-298450" lvl="7" marL="3657600" algn="l">
              <a:lnSpc>
                <a:spcPct val="100000"/>
              </a:lnSpc>
              <a:spcBef>
                <a:spcPts val="200"/>
              </a:spcBef>
              <a:spcAft>
                <a:spcPts val="0"/>
              </a:spcAft>
              <a:buClr>
                <a:schemeClr val="dk1"/>
              </a:buClr>
              <a:buSzPts val="1100"/>
              <a:buChar char="•"/>
              <a:defRPr sz="1100"/>
            </a:lvl8pPr>
            <a:lvl9pPr indent="-298450" lvl="8" marL="4114800" algn="l">
              <a:lnSpc>
                <a:spcPct val="100000"/>
              </a:lnSpc>
              <a:spcBef>
                <a:spcPts val="200"/>
              </a:spcBef>
              <a:spcAft>
                <a:spcPts val="0"/>
              </a:spcAft>
              <a:buClr>
                <a:schemeClr val="dk1"/>
              </a:buClr>
              <a:buSzPts val="1100"/>
              <a:buChar char="•"/>
              <a:defRPr sz="1100"/>
            </a:lvl9pPr>
          </a:lstStyle>
          <a:p/>
        </p:txBody>
      </p:sp>
      <p:sp>
        <p:nvSpPr>
          <p:cNvPr id="220" name="Google Shape;220;g3f862d9fef2_1_1244"/>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21" name="Google Shape;221;g3f862d9fef2_1_1244"/>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22" name="Google Shape;222;g3f862d9fef2_1_1244"/>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3" name="Shape 223"/>
        <p:cNvGrpSpPr/>
        <p:nvPr/>
      </p:nvGrpSpPr>
      <p:grpSpPr>
        <a:xfrm>
          <a:off x="0" y="0"/>
          <a:ext cx="0" cy="0"/>
          <a:chOff x="0" y="0"/>
          <a:chExt cx="0" cy="0"/>
        </a:xfrm>
      </p:grpSpPr>
      <p:sp>
        <p:nvSpPr>
          <p:cNvPr id="224" name="Google Shape;224;g3f862d9fef2_1_1253"/>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Clr>
                <a:schemeClr val="dk1"/>
              </a:buClr>
              <a:buSzPts val="12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25" name="Google Shape;225;g3f862d9fef2_1_1253"/>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26" name="Google Shape;226;g3f862d9fef2_1_1253"/>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27" name="Google Shape;227;g3f862d9fef2_1_1253"/>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8" name="Shape 228"/>
        <p:cNvGrpSpPr/>
        <p:nvPr/>
      </p:nvGrpSpPr>
      <p:grpSpPr>
        <a:xfrm>
          <a:off x="0" y="0"/>
          <a:ext cx="0" cy="0"/>
          <a:chOff x="0" y="0"/>
          <a:chExt cx="0" cy="0"/>
        </a:xfrm>
      </p:grpSpPr>
      <p:sp>
        <p:nvSpPr>
          <p:cNvPr id="229" name="Google Shape;229;g3f862d9fef2_1_1258"/>
          <p:cNvSpPr txBox="1"/>
          <p:nvPr>
            <p:ph type="title"/>
          </p:nvPr>
        </p:nvSpPr>
        <p:spPr>
          <a:xfrm>
            <a:off x="304800" y="182033"/>
            <a:ext cx="2005500" cy="774600"/>
          </a:xfrm>
          <a:prstGeom prst="rect">
            <a:avLst/>
          </a:prstGeom>
          <a:noFill/>
          <a:ln>
            <a:noFill/>
          </a:ln>
        </p:spPr>
        <p:txBody>
          <a:bodyPr anchorCtr="0" anchor="b" bIns="30475" lIns="60950" spcFirstLastPara="1" rIns="60950" wrap="square" tIns="30475">
            <a:normAutofit/>
          </a:bodyPr>
          <a:lstStyle>
            <a:lvl1pPr lvl="0" algn="l">
              <a:lnSpc>
                <a:spcPct val="100000"/>
              </a:lnSpc>
              <a:spcBef>
                <a:spcPts val="0"/>
              </a:spcBef>
              <a:spcAft>
                <a:spcPts val="0"/>
              </a:spcAft>
              <a:buClr>
                <a:schemeClr val="dk1"/>
              </a:buClr>
              <a:buSzPts val="1300"/>
              <a:buFont typeface="Calibri"/>
              <a:buNone/>
              <a:defRPr b="1" sz="1300"/>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30" name="Google Shape;230;g3f862d9fef2_1_1258"/>
          <p:cNvSpPr txBox="1"/>
          <p:nvPr>
            <p:ph idx="1" type="body"/>
          </p:nvPr>
        </p:nvSpPr>
        <p:spPr>
          <a:xfrm>
            <a:off x="2383367" y="182033"/>
            <a:ext cx="3407700" cy="3902100"/>
          </a:xfrm>
          <a:prstGeom prst="rect">
            <a:avLst/>
          </a:prstGeom>
          <a:noFill/>
          <a:ln>
            <a:noFill/>
          </a:ln>
        </p:spPr>
        <p:txBody>
          <a:bodyPr anchorCtr="0" anchor="t" bIns="30475" lIns="60950" spcFirstLastPara="1" rIns="60950" wrap="square" tIns="30475">
            <a:normAutofit/>
          </a:bodyPr>
          <a:lstStyle>
            <a:lvl1pPr indent="-361950" lvl="0" marL="457200" algn="l">
              <a:lnSpc>
                <a:spcPct val="100000"/>
              </a:lnSpc>
              <a:spcBef>
                <a:spcPts val="400"/>
              </a:spcBef>
              <a:spcAft>
                <a:spcPts val="0"/>
              </a:spcAft>
              <a:buClr>
                <a:schemeClr val="dk1"/>
              </a:buClr>
              <a:buSzPts val="2100"/>
              <a:buChar char="•"/>
              <a:defRPr sz="2100"/>
            </a:lvl1pPr>
            <a:lvl2pPr indent="-349250" lvl="1" marL="914400" algn="l">
              <a:lnSpc>
                <a:spcPct val="100000"/>
              </a:lnSpc>
              <a:spcBef>
                <a:spcPts val="400"/>
              </a:spcBef>
              <a:spcAft>
                <a:spcPts val="0"/>
              </a:spcAft>
              <a:buClr>
                <a:schemeClr val="dk1"/>
              </a:buClr>
              <a:buSzPts val="1900"/>
              <a:buChar char="–"/>
              <a:defRPr sz="1900"/>
            </a:lvl2pPr>
            <a:lvl3pPr indent="-330200" lvl="2" marL="1371600" algn="l">
              <a:lnSpc>
                <a:spcPct val="100000"/>
              </a:lnSpc>
              <a:spcBef>
                <a:spcPts val="300"/>
              </a:spcBef>
              <a:spcAft>
                <a:spcPts val="0"/>
              </a:spcAft>
              <a:buClr>
                <a:schemeClr val="dk1"/>
              </a:buClr>
              <a:buSzPts val="1600"/>
              <a:buChar char="•"/>
              <a:defRPr sz="1600"/>
            </a:lvl3pPr>
            <a:lvl4pPr indent="-311150" lvl="3" marL="1828800" algn="l">
              <a:lnSpc>
                <a:spcPct val="100000"/>
              </a:lnSpc>
              <a:spcBef>
                <a:spcPts val="300"/>
              </a:spcBef>
              <a:spcAft>
                <a:spcPts val="0"/>
              </a:spcAft>
              <a:buClr>
                <a:schemeClr val="dk1"/>
              </a:buClr>
              <a:buSzPts val="1300"/>
              <a:buChar char="–"/>
              <a:defRPr sz="1300"/>
            </a:lvl4pPr>
            <a:lvl5pPr indent="-311150" lvl="4" marL="2286000" algn="l">
              <a:lnSpc>
                <a:spcPct val="100000"/>
              </a:lnSpc>
              <a:spcBef>
                <a:spcPts val="300"/>
              </a:spcBef>
              <a:spcAft>
                <a:spcPts val="0"/>
              </a:spcAft>
              <a:buClr>
                <a:schemeClr val="dk1"/>
              </a:buClr>
              <a:buSzPts val="1300"/>
              <a:buChar char="»"/>
              <a:defRPr sz="1300"/>
            </a:lvl5pPr>
            <a:lvl6pPr indent="-311150" lvl="5" marL="2743200" algn="l">
              <a:lnSpc>
                <a:spcPct val="100000"/>
              </a:lnSpc>
              <a:spcBef>
                <a:spcPts val="300"/>
              </a:spcBef>
              <a:spcAft>
                <a:spcPts val="0"/>
              </a:spcAft>
              <a:buClr>
                <a:schemeClr val="dk1"/>
              </a:buClr>
              <a:buSzPts val="1300"/>
              <a:buChar char="•"/>
              <a:defRPr sz="1300"/>
            </a:lvl6pPr>
            <a:lvl7pPr indent="-311150" lvl="6" marL="3200400" algn="l">
              <a:lnSpc>
                <a:spcPct val="100000"/>
              </a:lnSpc>
              <a:spcBef>
                <a:spcPts val="300"/>
              </a:spcBef>
              <a:spcAft>
                <a:spcPts val="0"/>
              </a:spcAft>
              <a:buClr>
                <a:schemeClr val="dk1"/>
              </a:buClr>
              <a:buSzPts val="1300"/>
              <a:buChar char="•"/>
              <a:defRPr sz="1300"/>
            </a:lvl7pPr>
            <a:lvl8pPr indent="-311150" lvl="7" marL="3657600" algn="l">
              <a:lnSpc>
                <a:spcPct val="100000"/>
              </a:lnSpc>
              <a:spcBef>
                <a:spcPts val="300"/>
              </a:spcBef>
              <a:spcAft>
                <a:spcPts val="0"/>
              </a:spcAft>
              <a:buClr>
                <a:schemeClr val="dk1"/>
              </a:buClr>
              <a:buSzPts val="1300"/>
              <a:buChar char="•"/>
              <a:defRPr sz="1300"/>
            </a:lvl8pPr>
            <a:lvl9pPr indent="-311150" lvl="8" marL="4114800" algn="l">
              <a:lnSpc>
                <a:spcPct val="100000"/>
              </a:lnSpc>
              <a:spcBef>
                <a:spcPts val="300"/>
              </a:spcBef>
              <a:spcAft>
                <a:spcPts val="0"/>
              </a:spcAft>
              <a:buClr>
                <a:schemeClr val="dk1"/>
              </a:buClr>
              <a:buSzPts val="1300"/>
              <a:buChar char="•"/>
              <a:defRPr sz="1300"/>
            </a:lvl9pPr>
          </a:lstStyle>
          <a:p/>
        </p:txBody>
      </p:sp>
      <p:sp>
        <p:nvSpPr>
          <p:cNvPr id="231" name="Google Shape;231;g3f862d9fef2_1_1258"/>
          <p:cNvSpPr txBox="1"/>
          <p:nvPr>
            <p:ph idx="2" type="body"/>
          </p:nvPr>
        </p:nvSpPr>
        <p:spPr>
          <a:xfrm>
            <a:off x="304800" y="956733"/>
            <a:ext cx="2005500" cy="3127500"/>
          </a:xfrm>
          <a:prstGeom prst="rect">
            <a:avLst/>
          </a:prstGeom>
          <a:noFill/>
          <a:ln>
            <a:noFill/>
          </a:ln>
        </p:spPr>
        <p:txBody>
          <a:bodyPr anchorCtr="0" anchor="t" bIns="30475" lIns="60950" spcFirstLastPara="1" rIns="60950" wrap="square" tIns="30475">
            <a:normAutofit/>
          </a:bodyPr>
          <a:lstStyle>
            <a:lvl1pPr indent="-228600" lvl="0" marL="457200" algn="l">
              <a:lnSpc>
                <a:spcPct val="100000"/>
              </a:lnSpc>
              <a:spcBef>
                <a:spcPts val="200"/>
              </a:spcBef>
              <a:spcAft>
                <a:spcPts val="0"/>
              </a:spcAft>
              <a:buClr>
                <a:schemeClr val="dk1"/>
              </a:buClr>
              <a:buSzPts val="900"/>
              <a:buNone/>
              <a:defRPr sz="900"/>
            </a:lvl1pPr>
            <a:lvl2pPr indent="-228600" lvl="1" marL="914400" algn="l">
              <a:lnSpc>
                <a:spcPct val="100000"/>
              </a:lnSpc>
              <a:spcBef>
                <a:spcPts val="200"/>
              </a:spcBef>
              <a:spcAft>
                <a:spcPts val="0"/>
              </a:spcAft>
              <a:buClr>
                <a:schemeClr val="dk1"/>
              </a:buClr>
              <a:buSzPts val="800"/>
              <a:buNone/>
              <a:defRPr sz="800"/>
            </a:lvl2pPr>
            <a:lvl3pPr indent="-228600" lvl="2" marL="1371600" algn="l">
              <a:lnSpc>
                <a:spcPct val="100000"/>
              </a:lnSpc>
              <a:spcBef>
                <a:spcPts val="100"/>
              </a:spcBef>
              <a:spcAft>
                <a:spcPts val="0"/>
              </a:spcAft>
              <a:buClr>
                <a:schemeClr val="dk1"/>
              </a:buClr>
              <a:buSzPts val="700"/>
              <a:buNone/>
              <a:defRPr sz="700"/>
            </a:lvl3pPr>
            <a:lvl4pPr indent="-228600" lvl="3" marL="1828800" algn="l">
              <a:lnSpc>
                <a:spcPct val="100000"/>
              </a:lnSpc>
              <a:spcBef>
                <a:spcPts val="100"/>
              </a:spcBef>
              <a:spcAft>
                <a:spcPts val="0"/>
              </a:spcAft>
              <a:buClr>
                <a:schemeClr val="dk1"/>
              </a:buClr>
              <a:buSzPts val="600"/>
              <a:buNone/>
              <a:defRPr sz="600"/>
            </a:lvl4pPr>
            <a:lvl5pPr indent="-228600" lvl="4" marL="2286000" algn="l">
              <a:lnSpc>
                <a:spcPct val="100000"/>
              </a:lnSpc>
              <a:spcBef>
                <a:spcPts val="100"/>
              </a:spcBef>
              <a:spcAft>
                <a:spcPts val="0"/>
              </a:spcAft>
              <a:buClr>
                <a:schemeClr val="dk1"/>
              </a:buClr>
              <a:buSzPts val="600"/>
              <a:buNone/>
              <a:defRPr sz="600"/>
            </a:lvl5pPr>
            <a:lvl6pPr indent="-228600" lvl="5" marL="2743200" algn="l">
              <a:lnSpc>
                <a:spcPct val="100000"/>
              </a:lnSpc>
              <a:spcBef>
                <a:spcPts val="100"/>
              </a:spcBef>
              <a:spcAft>
                <a:spcPts val="0"/>
              </a:spcAft>
              <a:buClr>
                <a:schemeClr val="dk1"/>
              </a:buClr>
              <a:buSzPts val="600"/>
              <a:buNone/>
              <a:defRPr sz="600"/>
            </a:lvl6pPr>
            <a:lvl7pPr indent="-228600" lvl="6" marL="3200400" algn="l">
              <a:lnSpc>
                <a:spcPct val="100000"/>
              </a:lnSpc>
              <a:spcBef>
                <a:spcPts val="100"/>
              </a:spcBef>
              <a:spcAft>
                <a:spcPts val="0"/>
              </a:spcAft>
              <a:buClr>
                <a:schemeClr val="dk1"/>
              </a:buClr>
              <a:buSzPts val="600"/>
              <a:buNone/>
              <a:defRPr sz="600"/>
            </a:lvl7pPr>
            <a:lvl8pPr indent="-228600" lvl="7" marL="3657600" algn="l">
              <a:lnSpc>
                <a:spcPct val="100000"/>
              </a:lnSpc>
              <a:spcBef>
                <a:spcPts val="100"/>
              </a:spcBef>
              <a:spcAft>
                <a:spcPts val="0"/>
              </a:spcAft>
              <a:buClr>
                <a:schemeClr val="dk1"/>
              </a:buClr>
              <a:buSzPts val="600"/>
              <a:buNone/>
              <a:defRPr sz="600"/>
            </a:lvl8pPr>
            <a:lvl9pPr indent="-228600" lvl="8" marL="4114800" algn="l">
              <a:lnSpc>
                <a:spcPct val="100000"/>
              </a:lnSpc>
              <a:spcBef>
                <a:spcPts val="100"/>
              </a:spcBef>
              <a:spcAft>
                <a:spcPts val="0"/>
              </a:spcAft>
              <a:buClr>
                <a:schemeClr val="dk1"/>
              </a:buClr>
              <a:buSzPts val="600"/>
              <a:buNone/>
              <a:defRPr sz="600"/>
            </a:lvl9pPr>
          </a:lstStyle>
          <a:p/>
        </p:txBody>
      </p:sp>
      <p:sp>
        <p:nvSpPr>
          <p:cNvPr id="232" name="Google Shape;232;g3f862d9fef2_1_1258"/>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33" name="Google Shape;233;g3f862d9fef2_1_1258"/>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34" name="Google Shape;234;g3f862d9fef2_1_1258"/>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5" name="Shape 235"/>
        <p:cNvGrpSpPr/>
        <p:nvPr/>
      </p:nvGrpSpPr>
      <p:grpSpPr>
        <a:xfrm>
          <a:off x="0" y="0"/>
          <a:ext cx="0" cy="0"/>
          <a:chOff x="0" y="0"/>
          <a:chExt cx="0" cy="0"/>
        </a:xfrm>
      </p:grpSpPr>
      <p:sp>
        <p:nvSpPr>
          <p:cNvPr id="236" name="Google Shape;236;g3f862d9fef2_1_1265"/>
          <p:cNvSpPr txBox="1"/>
          <p:nvPr>
            <p:ph type="title"/>
          </p:nvPr>
        </p:nvSpPr>
        <p:spPr>
          <a:xfrm>
            <a:off x="1194859" y="3200400"/>
            <a:ext cx="3657600" cy="377700"/>
          </a:xfrm>
          <a:prstGeom prst="rect">
            <a:avLst/>
          </a:prstGeom>
          <a:noFill/>
          <a:ln>
            <a:noFill/>
          </a:ln>
        </p:spPr>
        <p:txBody>
          <a:bodyPr anchorCtr="0" anchor="b" bIns="30475" lIns="60950" spcFirstLastPara="1" rIns="60950" wrap="square" tIns="30475">
            <a:normAutofit/>
          </a:bodyPr>
          <a:lstStyle>
            <a:lvl1pPr lvl="0" algn="l">
              <a:lnSpc>
                <a:spcPct val="100000"/>
              </a:lnSpc>
              <a:spcBef>
                <a:spcPts val="0"/>
              </a:spcBef>
              <a:spcAft>
                <a:spcPts val="0"/>
              </a:spcAft>
              <a:buClr>
                <a:schemeClr val="dk1"/>
              </a:buClr>
              <a:buSzPts val="1300"/>
              <a:buFont typeface="Calibri"/>
              <a:buNone/>
              <a:defRPr b="1" sz="1300"/>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37" name="Google Shape;237;g3f862d9fef2_1_1265"/>
          <p:cNvSpPr/>
          <p:nvPr>
            <p:ph idx="2" type="pic"/>
          </p:nvPr>
        </p:nvSpPr>
        <p:spPr>
          <a:xfrm>
            <a:off x="1194859" y="408517"/>
            <a:ext cx="3657600" cy="2743200"/>
          </a:xfrm>
          <a:prstGeom prst="rect">
            <a:avLst/>
          </a:prstGeom>
          <a:noFill/>
          <a:ln>
            <a:noFill/>
          </a:ln>
        </p:spPr>
      </p:sp>
      <p:sp>
        <p:nvSpPr>
          <p:cNvPr id="238" name="Google Shape;238;g3f862d9fef2_1_1265"/>
          <p:cNvSpPr txBox="1"/>
          <p:nvPr>
            <p:ph idx="1" type="body"/>
          </p:nvPr>
        </p:nvSpPr>
        <p:spPr>
          <a:xfrm>
            <a:off x="1194859" y="3578225"/>
            <a:ext cx="3657600" cy="536700"/>
          </a:xfrm>
          <a:prstGeom prst="rect">
            <a:avLst/>
          </a:prstGeom>
          <a:noFill/>
          <a:ln>
            <a:noFill/>
          </a:ln>
        </p:spPr>
        <p:txBody>
          <a:bodyPr anchorCtr="0" anchor="t" bIns="30475" lIns="60950" spcFirstLastPara="1" rIns="60950" wrap="square" tIns="30475">
            <a:normAutofit/>
          </a:bodyPr>
          <a:lstStyle>
            <a:lvl1pPr indent="-228600" lvl="0" marL="457200" algn="l">
              <a:lnSpc>
                <a:spcPct val="100000"/>
              </a:lnSpc>
              <a:spcBef>
                <a:spcPts val="200"/>
              </a:spcBef>
              <a:spcAft>
                <a:spcPts val="0"/>
              </a:spcAft>
              <a:buClr>
                <a:schemeClr val="dk1"/>
              </a:buClr>
              <a:buSzPts val="900"/>
              <a:buNone/>
              <a:defRPr sz="900"/>
            </a:lvl1pPr>
            <a:lvl2pPr indent="-228600" lvl="1" marL="914400" algn="l">
              <a:lnSpc>
                <a:spcPct val="100000"/>
              </a:lnSpc>
              <a:spcBef>
                <a:spcPts val="200"/>
              </a:spcBef>
              <a:spcAft>
                <a:spcPts val="0"/>
              </a:spcAft>
              <a:buClr>
                <a:schemeClr val="dk1"/>
              </a:buClr>
              <a:buSzPts val="800"/>
              <a:buNone/>
              <a:defRPr sz="800"/>
            </a:lvl2pPr>
            <a:lvl3pPr indent="-228600" lvl="2" marL="1371600" algn="l">
              <a:lnSpc>
                <a:spcPct val="100000"/>
              </a:lnSpc>
              <a:spcBef>
                <a:spcPts val="100"/>
              </a:spcBef>
              <a:spcAft>
                <a:spcPts val="0"/>
              </a:spcAft>
              <a:buClr>
                <a:schemeClr val="dk1"/>
              </a:buClr>
              <a:buSzPts val="700"/>
              <a:buNone/>
              <a:defRPr sz="700"/>
            </a:lvl3pPr>
            <a:lvl4pPr indent="-228600" lvl="3" marL="1828800" algn="l">
              <a:lnSpc>
                <a:spcPct val="100000"/>
              </a:lnSpc>
              <a:spcBef>
                <a:spcPts val="100"/>
              </a:spcBef>
              <a:spcAft>
                <a:spcPts val="0"/>
              </a:spcAft>
              <a:buClr>
                <a:schemeClr val="dk1"/>
              </a:buClr>
              <a:buSzPts val="600"/>
              <a:buNone/>
              <a:defRPr sz="600"/>
            </a:lvl4pPr>
            <a:lvl5pPr indent="-228600" lvl="4" marL="2286000" algn="l">
              <a:lnSpc>
                <a:spcPct val="100000"/>
              </a:lnSpc>
              <a:spcBef>
                <a:spcPts val="100"/>
              </a:spcBef>
              <a:spcAft>
                <a:spcPts val="0"/>
              </a:spcAft>
              <a:buClr>
                <a:schemeClr val="dk1"/>
              </a:buClr>
              <a:buSzPts val="600"/>
              <a:buNone/>
              <a:defRPr sz="600"/>
            </a:lvl5pPr>
            <a:lvl6pPr indent="-228600" lvl="5" marL="2743200" algn="l">
              <a:lnSpc>
                <a:spcPct val="100000"/>
              </a:lnSpc>
              <a:spcBef>
                <a:spcPts val="100"/>
              </a:spcBef>
              <a:spcAft>
                <a:spcPts val="0"/>
              </a:spcAft>
              <a:buClr>
                <a:schemeClr val="dk1"/>
              </a:buClr>
              <a:buSzPts val="600"/>
              <a:buNone/>
              <a:defRPr sz="600"/>
            </a:lvl6pPr>
            <a:lvl7pPr indent="-228600" lvl="6" marL="3200400" algn="l">
              <a:lnSpc>
                <a:spcPct val="100000"/>
              </a:lnSpc>
              <a:spcBef>
                <a:spcPts val="100"/>
              </a:spcBef>
              <a:spcAft>
                <a:spcPts val="0"/>
              </a:spcAft>
              <a:buClr>
                <a:schemeClr val="dk1"/>
              </a:buClr>
              <a:buSzPts val="600"/>
              <a:buNone/>
              <a:defRPr sz="600"/>
            </a:lvl7pPr>
            <a:lvl8pPr indent="-228600" lvl="7" marL="3657600" algn="l">
              <a:lnSpc>
                <a:spcPct val="100000"/>
              </a:lnSpc>
              <a:spcBef>
                <a:spcPts val="100"/>
              </a:spcBef>
              <a:spcAft>
                <a:spcPts val="0"/>
              </a:spcAft>
              <a:buClr>
                <a:schemeClr val="dk1"/>
              </a:buClr>
              <a:buSzPts val="600"/>
              <a:buNone/>
              <a:defRPr sz="600"/>
            </a:lvl8pPr>
            <a:lvl9pPr indent="-228600" lvl="8" marL="4114800" algn="l">
              <a:lnSpc>
                <a:spcPct val="100000"/>
              </a:lnSpc>
              <a:spcBef>
                <a:spcPts val="100"/>
              </a:spcBef>
              <a:spcAft>
                <a:spcPts val="0"/>
              </a:spcAft>
              <a:buClr>
                <a:schemeClr val="dk1"/>
              </a:buClr>
              <a:buSzPts val="600"/>
              <a:buNone/>
              <a:defRPr sz="600"/>
            </a:lvl9pPr>
          </a:lstStyle>
          <a:p/>
        </p:txBody>
      </p:sp>
      <p:sp>
        <p:nvSpPr>
          <p:cNvPr id="239" name="Google Shape;239;g3f862d9fef2_1_1265"/>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40" name="Google Shape;240;g3f862d9fef2_1_1265"/>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41" name="Google Shape;241;g3f862d9fef2_1_1265"/>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2" name="Shape 242"/>
        <p:cNvGrpSpPr/>
        <p:nvPr/>
      </p:nvGrpSpPr>
      <p:grpSpPr>
        <a:xfrm>
          <a:off x="0" y="0"/>
          <a:ext cx="0" cy="0"/>
          <a:chOff x="0" y="0"/>
          <a:chExt cx="0" cy="0"/>
        </a:xfrm>
      </p:grpSpPr>
      <p:sp>
        <p:nvSpPr>
          <p:cNvPr id="243" name="Google Shape;243;g3f862d9fef2_1_1272"/>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Clr>
                <a:schemeClr val="dk1"/>
              </a:buClr>
              <a:buSzPts val="12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44" name="Google Shape;244;g3f862d9fef2_1_1272"/>
          <p:cNvSpPr txBox="1"/>
          <p:nvPr>
            <p:ph idx="1" type="body"/>
          </p:nvPr>
        </p:nvSpPr>
        <p:spPr>
          <a:xfrm rot="5400000">
            <a:off x="1539300" y="-167700"/>
            <a:ext cx="3017400" cy="5486400"/>
          </a:xfrm>
          <a:prstGeom prst="rect">
            <a:avLst/>
          </a:prstGeom>
          <a:noFill/>
          <a:ln>
            <a:noFill/>
          </a:ln>
        </p:spPr>
        <p:txBody>
          <a:bodyPr anchorCtr="0" anchor="t" bIns="30475" lIns="60950" spcFirstLastPara="1" rIns="60950" wrap="square" tIns="30475">
            <a:normAutofit/>
          </a:bodyPr>
          <a:lstStyle>
            <a:lvl1pPr indent="-304800" lvl="0" marL="457200" algn="l">
              <a:lnSpc>
                <a:spcPct val="100000"/>
              </a:lnSpc>
              <a:spcBef>
                <a:spcPts val="200"/>
              </a:spcBef>
              <a:spcAft>
                <a:spcPts val="0"/>
              </a:spcAft>
              <a:buClr>
                <a:schemeClr val="dk1"/>
              </a:buClr>
              <a:buSzPts val="1200"/>
              <a:buChar char="•"/>
              <a:defRPr/>
            </a:lvl1pPr>
            <a:lvl2pPr indent="-304800" lvl="1" marL="914400" algn="l">
              <a:lnSpc>
                <a:spcPct val="100000"/>
              </a:lnSpc>
              <a:spcBef>
                <a:spcPts val="2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sp>
        <p:nvSpPr>
          <p:cNvPr id="245" name="Google Shape;245;g3f862d9fef2_1_1272"/>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46" name="Google Shape;246;g3f862d9fef2_1_1272"/>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47" name="Google Shape;247;g3f862d9fef2_1_1272"/>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8" name="Shape 248"/>
        <p:cNvGrpSpPr/>
        <p:nvPr/>
      </p:nvGrpSpPr>
      <p:grpSpPr>
        <a:xfrm>
          <a:off x="0" y="0"/>
          <a:ext cx="0" cy="0"/>
          <a:chOff x="0" y="0"/>
          <a:chExt cx="0" cy="0"/>
        </a:xfrm>
      </p:grpSpPr>
      <p:sp>
        <p:nvSpPr>
          <p:cNvPr id="249" name="Google Shape;249;g3f862d9fef2_1_1278"/>
          <p:cNvSpPr txBox="1"/>
          <p:nvPr>
            <p:ph type="title"/>
          </p:nvPr>
        </p:nvSpPr>
        <p:spPr>
          <a:xfrm rot="5400000">
            <a:off x="3154950" y="1447742"/>
            <a:ext cx="3900900" cy="13716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Clr>
                <a:schemeClr val="dk1"/>
              </a:buClr>
              <a:buSzPts val="12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50" name="Google Shape;250;g3f862d9fef2_1_1278"/>
          <p:cNvSpPr txBox="1"/>
          <p:nvPr>
            <p:ph idx="1" type="body"/>
          </p:nvPr>
        </p:nvSpPr>
        <p:spPr>
          <a:xfrm rot="5400000">
            <a:off x="361000" y="126992"/>
            <a:ext cx="3900900" cy="4013100"/>
          </a:xfrm>
          <a:prstGeom prst="rect">
            <a:avLst/>
          </a:prstGeom>
          <a:noFill/>
          <a:ln>
            <a:noFill/>
          </a:ln>
        </p:spPr>
        <p:txBody>
          <a:bodyPr anchorCtr="0" anchor="t" bIns="30475" lIns="60950" spcFirstLastPara="1" rIns="60950" wrap="square" tIns="30475">
            <a:normAutofit/>
          </a:bodyPr>
          <a:lstStyle>
            <a:lvl1pPr indent="-304800" lvl="0" marL="457200" algn="l">
              <a:lnSpc>
                <a:spcPct val="100000"/>
              </a:lnSpc>
              <a:spcBef>
                <a:spcPts val="200"/>
              </a:spcBef>
              <a:spcAft>
                <a:spcPts val="0"/>
              </a:spcAft>
              <a:buClr>
                <a:schemeClr val="dk1"/>
              </a:buClr>
              <a:buSzPts val="1200"/>
              <a:buChar char="•"/>
              <a:defRPr/>
            </a:lvl1pPr>
            <a:lvl2pPr indent="-304800" lvl="1" marL="914400" algn="l">
              <a:lnSpc>
                <a:spcPct val="100000"/>
              </a:lnSpc>
              <a:spcBef>
                <a:spcPts val="200"/>
              </a:spcBef>
              <a:spcAft>
                <a:spcPts val="0"/>
              </a:spcAft>
              <a:buClr>
                <a:schemeClr val="dk1"/>
              </a:buClr>
              <a:buSzPts val="1200"/>
              <a:buChar char="–"/>
              <a:defRPr/>
            </a:lvl2pPr>
            <a:lvl3pPr indent="-304800" lvl="2" marL="1371600" algn="l">
              <a:lnSpc>
                <a:spcPct val="100000"/>
              </a:lnSpc>
              <a:spcBef>
                <a:spcPts val="200"/>
              </a:spcBef>
              <a:spcAft>
                <a:spcPts val="0"/>
              </a:spcAft>
              <a:buClr>
                <a:schemeClr val="dk1"/>
              </a:buClr>
              <a:buSzPts val="1200"/>
              <a:buChar char="•"/>
              <a:defRPr/>
            </a:lvl3pPr>
            <a:lvl4pPr indent="-304800" lvl="3" marL="1828800" algn="l">
              <a:lnSpc>
                <a:spcPct val="100000"/>
              </a:lnSpc>
              <a:spcBef>
                <a:spcPts val="200"/>
              </a:spcBef>
              <a:spcAft>
                <a:spcPts val="0"/>
              </a:spcAft>
              <a:buClr>
                <a:schemeClr val="dk1"/>
              </a:buClr>
              <a:buSzPts val="1200"/>
              <a:buChar char="–"/>
              <a:defRPr/>
            </a:lvl4pPr>
            <a:lvl5pPr indent="-304800" lvl="4" marL="2286000" algn="l">
              <a:lnSpc>
                <a:spcPct val="100000"/>
              </a:lnSpc>
              <a:spcBef>
                <a:spcPts val="200"/>
              </a:spcBef>
              <a:spcAft>
                <a:spcPts val="0"/>
              </a:spcAft>
              <a:buClr>
                <a:schemeClr val="dk1"/>
              </a:buClr>
              <a:buSzPts val="1200"/>
              <a:buChar char="»"/>
              <a:defRPr/>
            </a:lvl5pPr>
            <a:lvl6pPr indent="-304800" lvl="5" marL="2743200" algn="l">
              <a:lnSpc>
                <a:spcPct val="100000"/>
              </a:lnSpc>
              <a:spcBef>
                <a:spcPts val="200"/>
              </a:spcBef>
              <a:spcAft>
                <a:spcPts val="0"/>
              </a:spcAft>
              <a:buClr>
                <a:schemeClr val="dk1"/>
              </a:buClr>
              <a:buSzPts val="1200"/>
              <a:buChar char="•"/>
              <a:defRPr/>
            </a:lvl6pPr>
            <a:lvl7pPr indent="-304800" lvl="6" marL="3200400" algn="l">
              <a:lnSpc>
                <a:spcPct val="100000"/>
              </a:lnSpc>
              <a:spcBef>
                <a:spcPts val="200"/>
              </a:spcBef>
              <a:spcAft>
                <a:spcPts val="0"/>
              </a:spcAft>
              <a:buClr>
                <a:schemeClr val="dk1"/>
              </a:buClr>
              <a:buSzPts val="1200"/>
              <a:buChar char="•"/>
              <a:defRPr/>
            </a:lvl7pPr>
            <a:lvl8pPr indent="-304800" lvl="7" marL="3657600" algn="l">
              <a:lnSpc>
                <a:spcPct val="100000"/>
              </a:lnSpc>
              <a:spcBef>
                <a:spcPts val="200"/>
              </a:spcBef>
              <a:spcAft>
                <a:spcPts val="0"/>
              </a:spcAft>
              <a:buClr>
                <a:schemeClr val="dk1"/>
              </a:buClr>
              <a:buSzPts val="1200"/>
              <a:buChar char="•"/>
              <a:defRPr/>
            </a:lvl8pPr>
            <a:lvl9pPr indent="-304800" lvl="8" marL="4114800" algn="l">
              <a:lnSpc>
                <a:spcPct val="100000"/>
              </a:lnSpc>
              <a:spcBef>
                <a:spcPts val="200"/>
              </a:spcBef>
              <a:spcAft>
                <a:spcPts val="0"/>
              </a:spcAft>
              <a:buClr>
                <a:schemeClr val="dk1"/>
              </a:buClr>
              <a:buSzPts val="1200"/>
              <a:buChar char="•"/>
              <a:defRPr/>
            </a:lvl9pPr>
          </a:lstStyle>
          <a:p/>
        </p:txBody>
      </p:sp>
      <p:sp>
        <p:nvSpPr>
          <p:cNvPr id="251" name="Google Shape;251;g3f862d9fef2_1_1278"/>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52" name="Google Shape;252;g3f862d9fef2_1_1278"/>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253" name="Google Shape;253;g3f862d9fef2_1_1278"/>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9FB"/>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rgbClr val="0A1F3C"/>
              </a:buClr>
              <a:buSzPts val="4400"/>
              <a:buFont typeface="Impact"/>
              <a:buNone/>
              <a:defRPr b="1" i="0" sz="4400" u="none" cap="none" strike="noStrike">
                <a:solidFill>
                  <a:srgbClr val="0A1F3C"/>
                </a:solidFill>
                <a:latin typeface="Impact"/>
                <a:ea typeface="Impact"/>
                <a:cs typeface="Impact"/>
                <a:sym typeface="Impact"/>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algn="l">
              <a:lnSpc>
                <a:spcPct val="90000"/>
              </a:lnSpc>
              <a:spcBef>
                <a:spcPts val="1000"/>
              </a:spcBef>
              <a:spcAft>
                <a:spcPts val="0"/>
              </a:spcAft>
              <a:buClr>
                <a:srgbClr val="33475C"/>
              </a:buClr>
              <a:buSzPts val="2800"/>
              <a:buFont typeface="Arial"/>
              <a:buChar char="•"/>
              <a:defRPr b="0" i="0" sz="2800" u="none" cap="none" strike="noStrike">
                <a:solidFill>
                  <a:srgbClr val="33475C"/>
                </a:solidFill>
                <a:latin typeface="Quattrocento Sans"/>
                <a:ea typeface="Quattrocento Sans"/>
                <a:cs typeface="Quattrocento Sans"/>
                <a:sym typeface="Quattrocento Sans"/>
              </a:defRPr>
            </a:lvl1pPr>
            <a:lvl2pPr indent="-381000" lvl="1" marL="914400" marR="0" algn="l">
              <a:lnSpc>
                <a:spcPct val="90000"/>
              </a:lnSpc>
              <a:spcBef>
                <a:spcPts val="500"/>
              </a:spcBef>
              <a:spcAft>
                <a:spcPts val="0"/>
              </a:spcAft>
              <a:buClr>
                <a:srgbClr val="33475C"/>
              </a:buClr>
              <a:buSzPts val="2400"/>
              <a:buFont typeface="Arial"/>
              <a:buChar char="•"/>
              <a:defRPr b="0" i="0" sz="2400" u="none" cap="none" strike="noStrike">
                <a:solidFill>
                  <a:srgbClr val="33475C"/>
                </a:solidFill>
                <a:latin typeface="Quattrocento Sans"/>
                <a:ea typeface="Quattrocento Sans"/>
                <a:cs typeface="Quattrocento Sans"/>
                <a:sym typeface="Quattrocento Sans"/>
              </a:defRPr>
            </a:lvl2pPr>
            <a:lvl3pPr indent="-355600" lvl="2" marL="1371600" marR="0" algn="l">
              <a:lnSpc>
                <a:spcPct val="90000"/>
              </a:lnSpc>
              <a:spcBef>
                <a:spcPts val="500"/>
              </a:spcBef>
              <a:spcAft>
                <a:spcPts val="0"/>
              </a:spcAft>
              <a:buClr>
                <a:srgbClr val="33475C"/>
              </a:buClr>
              <a:buSzPts val="2000"/>
              <a:buFont typeface="Arial"/>
              <a:buChar char="•"/>
              <a:defRPr b="0" i="0" sz="2000" u="none" cap="none" strike="noStrike">
                <a:solidFill>
                  <a:srgbClr val="33475C"/>
                </a:solidFill>
                <a:latin typeface="Quattrocento Sans"/>
                <a:ea typeface="Quattrocento Sans"/>
                <a:cs typeface="Quattrocento Sans"/>
                <a:sym typeface="Quattrocento Sans"/>
              </a:defRPr>
            </a:lvl3pPr>
            <a:lvl4pPr indent="-342900" lvl="3" marL="1828800" marR="0" algn="l">
              <a:lnSpc>
                <a:spcPct val="90000"/>
              </a:lnSpc>
              <a:spcBef>
                <a:spcPts val="500"/>
              </a:spcBef>
              <a:spcAft>
                <a:spcPts val="0"/>
              </a:spcAft>
              <a:buClr>
                <a:srgbClr val="33475C"/>
              </a:buClr>
              <a:buSzPts val="1800"/>
              <a:buFont typeface="Arial"/>
              <a:buChar char="•"/>
              <a:defRPr b="0" i="0" sz="1800" u="none" cap="none" strike="noStrike">
                <a:solidFill>
                  <a:srgbClr val="33475C"/>
                </a:solidFill>
                <a:latin typeface="Quattrocento Sans"/>
                <a:ea typeface="Quattrocento Sans"/>
                <a:cs typeface="Quattrocento Sans"/>
                <a:sym typeface="Quattrocento Sans"/>
              </a:defRPr>
            </a:lvl4pPr>
            <a:lvl5pPr indent="-342900" lvl="4" marL="2286000" marR="0" algn="l">
              <a:lnSpc>
                <a:spcPct val="90000"/>
              </a:lnSpc>
              <a:spcBef>
                <a:spcPts val="500"/>
              </a:spcBef>
              <a:spcAft>
                <a:spcPts val="0"/>
              </a:spcAft>
              <a:buClr>
                <a:srgbClr val="33475C"/>
              </a:buClr>
              <a:buSzPts val="1800"/>
              <a:buFont typeface="Arial"/>
              <a:buChar char="•"/>
              <a:defRPr b="0" i="0" sz="1800" u="none" cap="none" strike="noStrike">
                <a:solidFill>
                  <a:srgbClr val="33475C"/>
                </a:solidFill>
                <a:latin typeface="Quattrocento Sans"/>
                <a:ea typeface="Quattrocento Sans"/>
                <a:cs typeface="Quattrocento Sans"/>
                <a:sym typeface="Quattrocento Sans"/>
              </a:defRPr>
            </a:lvl5pPr>
            <a:lvl6pPr indent="-342900" lvl="5" marL="2743200" marR="0" algn="l">
              <a:lnSpc>
                <a:spcPct val="90000"/>
              </a:lnSpc>
              <a:spcBef>
                <a:spcPts val="500"/>
              </a:spcBef>
              <a:spcAft>
                <a:spcPts val="0"/>
              </a:spcAft>
              <a:buClr>
                <a:srgbClr val="33475C"/>
              </a:buClr>
              <a:buSzPts val="1800"/>
              <a:buFont typeface="Arial"/>
              <a:buChar char="•"/>
              <a:defRPr b="0" i="0" sz="1800" u="none" cap="none" strike="noStrike">
                <a:solidFill>
                  <a:srgbClr val="33475C"/>
                </a:solidFill>
                <a:latin typeface="Quattrocento Sans"/>
                <a:ea typeface="Quattrocento Sans"/>
                <a:cs typeface="Quattrocento Sans"/>
                <a:sym typeface="Quattrocento Sans"/>
              </a:defRPr>
            </a:lvl6pPr>
            <a:lvl7pPr indent="-342900" lvl="6" marL="3200400" marR="0" algn="l">
              <a:lnSpc>
                <a:spcPct val="90000"/>
              </a:lnSpc>
              <a:spcBef>
                <a:spcPts val="500"/>
              </a:spcBef>
              <a:spcAft>
                <a:spcPts val="0"/>
              </a:spcAft>
              <a:buClr>
                <a:srgbClr val="33475C"/>
              </a:buClr>
              <a:buSzPts val="1800"/>
              <a:buFont typeface="Arial"/>
              <a:buChar char="•"/>
              <a:defRPr b="0" i="0" sz="1800" u="none" cap="none" strike="noStrike">
                <a:solidFill>
                  <a:srgbClr val="33475C"/>
                </a:solidFill>
                <a:latin typeface="Quattrocento Sans"/>
                <a:ea typeface="Quattrocento Sans"/>
                <a:cs typeface="Quattrocento Sans"/>
                <a:sym typeface="Quattrocento Sans"/>
              </a:defRPr>
            </a:lvl7pPr>
            <a:lvl8pPr indent="-342900" lvl="7" marL="3657600" marR="0" algn="l">
              <a:lnSpc>
                <a:spcPct val="90000"/>
              </a:lnSpc>
              <a:spcBef>
                <a:spcPts val="500"/>
              </a:spcBef>
              <a:spcAft>
                <a:spcPts val="0"/>
              </a:spcAft>
              <a:buClr>
                <a:srgbClr val="33475C"/>
              </a:buClr>
              <a:buSzPts val="1800"/>
              <a:buFont typeface="Arial"/>
              <a:buChar char="•"/>
              <a:defRPr b="0" i="0" sz="1800" u="none" cap="none" strike="noStrike">
                <a:solidFill>
                  <a:srgbClr val="33475C"/>
                </a:solidFill>
                <a:latin typeface="Quattrocento Sans"/>
                <a:ea typeface="Quattrocento Sans"/>
                <a:cs typeface="Quattrocento Sans"/>
                <a:sym typeface="Quattrocento Sans"/>
              </a:defRPr>
            </a:lvl8pPr>
            <a:lvl9pPr indent="-342900" lvl="8" marL="4114800" marR="0" algn="l">
              <a:lnSpc>
                <a:spcPct val="90000"/>
              </a:lnSpc>
              <a:spcBef>
                <a:spcPts val="500"/>
              </a:spcBef>
              <a:spcAft>
                <a:spcPts val="0"/>
              </a:spcAft>
              <a:buClr>
                <a:srgbClr val="33475C"/>
              </a:buClr>
              <a:buSzPts val="1800"/>
              <a:buFont typeface="Arial"/>
              <a:buChar char="•"/>
              <a:defRPr b="0" i="0" sz="1800" u="none" cap="none" strike="noStrike">
                <a:solidFill>
                  <a:srgbClr val="33475C"/>
                </a:solidFill>
                <a:latin typeface="Quattrocento Sans"/>
                <a:ea typeface="Quattrocento Sans"/>
                <a:cs typeface="Quattrocento Sans"/>
                <a:sym typeface="Quattrocento Sans"/>
              </a:defRPr>
            </a:lvl9pPr>
          </a:lstStyle>
          <a:p/>
        </p:txBody>
      </p:sp>
      <p:sp>
        <p:nvSpPr>
          <p:cNvPr id="8" name="Google Shape;8;p2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A8F"/>
                </a:solidFill>
                <a:latin typeface="Quattrocento Sans"/>
                <a:ea typeface="Quattrocento Sans"/>
                <a:cs typeface="Quattrocento Sans"/>
                <a:sym typeface="Quattrocento Sans"/>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9" name="Google Shape;9;p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A8F"/>
                </a:solidFill>
                <a:latin typeface="Quattrocento Sans"/>
                <a:ea typeface="Quattrocento Sans"/>
                <a:cs typeface="Quattrocento Sans"/>
                <a:sym typeface="Quattrocento Sans"/>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0" name="Google Shape;10;p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A8F"/>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s-AR"/>
              <a:t>‹#›</a:t>
            </a:fld>
            <a:endParaRPr/>
          </a:p>
        </p:txBody>
      </p:sp>
      <p:sp>
        <p:nvSpPr>
          <p:cNvPr id="11" name="Google Shape;11;p25"/>
          <p:cNvSpPr/>
          <p:nvPr/>
        </p:nvSpPr>
        <p:spPr>
          <a:xfrm>
            <a:off x="-1143000" y="-1143000"/>
            <a:ext cx="2286000" cy="2286000"/>
          </a:xfrm>
          <a:prstGeom prst="ellipse">
            <a:avLst/>
          </a:prstGeom>
          <a:solidFill>
            <a:srgbClr val="0A1F3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12" name="Google Shape;12;p25"/>
          <p:cNvSpPr/>
          <p:nvPr/>
        </p:nvSpPr>
        <p:spPr>
          <a:xfrm>
            <a:off x="11328400" y="5994400"/>
            <a:ext cx="2159100" cy="2159100"/>
          </a:xfrm>
          <a:prstGeom prst="ellipse">
            <a:avLst/>
          </a:prstGeom>
          <a:solidFill>
            <a:srgbClr val="14C9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sp>
        <p:nvSpPr>
          <p:cNvPr id="13" name="Google Shape;13;p25"/>
          <p:cNvSpPr txBox="1"/>
          <p:nvPr/>
        </p:nvSpPr>
        <p:spPr>
          <a:xfrm>
            <a:off x="457200" y="6502400"/>
            <a:ext cx="6096000" cy="279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s-AR" sz="1400" u="none" cap="none" strike="noStrike">
                <a:solidFill>
                  <a:srgbClr val="8FA3B8"/>
                </a:solidFill>
                <a:latin typeface="Quattrocento Sans"/>
                <a:ea typeface="Quattrocento Sans"/>
                <a:cs typeface="Quattrocento Sans"/>
                <a:sym typeface="Quattrocento Sans"/>
              </a:rPr>
              <a:t>Instituto Tecnológico de Buenos Aires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g3f702cbbda8_1_0"/>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marR="0" rtl="0" algn="ctr">
              <a:spcBef>
                <a:spcPts val="0"/>
              </a:spcBef>
              <a:spcAft>
                <a:spcPts val="0"/>
              </a:spcAft>
              <a:buClr>
                <a:schemeClr val="dk1"/>
              </a:buClr>
              <a:buSzPts val="2900"/>
              <a:buFont typeface="Calibri"/>
              <a:buNone/>
              <a:defRPr b="0" i="0" sz="2900" u="none" cap="none" strike="noStrike">
                <a:solidFill>
                  <a:schemeClr val="dk1"/>
                </a:solidFill>
                <a:latin typeface="Calibri"/>
                <a:ea typeface="Calibri"/>
                <a:cs typeface="Calibri"/>
                <a:sym typeface="Calibri"/>
              </a:defRPr>
            </a:lvl1pPr>
            <a:lvl2pPr lvl="1">
              <a:spcBef>
                <a:spcPts val="0"/>
              </a:spcBef>
              <a:spcAft>
                <a:spcPts val="0"/>
              </a:spcAft>
              <a:buSzPts val="900"/>
              <a:buNone/>
              <a:defRPr sz="1200"/>
            </a:lvl2pPr>
            <a:lvl3pPr lvl="2">
              <a:spcBef>
                <a:spcPts val="0"/>
              </a:spcBef>
              <a:spcAft>
                <a:spcPts val="0"/>
              </a:spcAft>
              <a:buSzPts val="900"/>
              <a:buNone/>
              <a:defRPr sz="1200"/>
            </a:lvl3pPr>
            <a:lvl4pPr lvl="3">
              <a:spcBef>
                <a:spcPts val="0"/>
              </a:spcBef>
              <a:spcAft>
                <a:spcPts val="0"/>
              </a:spcAft>
              <a:buSzPts val="900"/>
              <a:buNone/>
              <a:defRPr sz="1200"/>
            </a:lvl4pPr>
            <a:lvl5pPr lvl="4">
              <a:spcBef>
                <a:spcPts val="0"/>
              </a:spcBef>
              <a:spcAft>
                <a:spcPts val="0"/>
              </a:spcAft>
              <a:buSzPts val="900"/>
              <a:buNone/>
              <a:defRPr sz="1200"/>
            </a:lvl5pPr>
            <a:lvl6pPr lvl="5">
              <a:spcBef>
                <a:spcPts val="0"/>
              </a:spcBef>
              <a:spcAft>
                <a:spcPts val="0"/>
              </a:spcAft>
              <a:buSzPts val="900"/>
              <a:buNone/>
              <a:defRPr sz="1200"/>
            </a:lvl6pPr>
            <a:lvl7pPr lvl="6">
              <a:spcBef>
                <a:spcPts val="0"/>
              </a:spcBef>
              <a:spcAft>
                <a:spcPts val="0"/>
              </a:spcAft>
              <a:buSzPts val="900"/>
              <a:buNone/>
              <a:defRPr sz="1200"/>
            </a:lvl7pPr>
            <a:lvl8pPr lvl="7">
              <a:spcBef>
                <a:spcPts val="0"/>
              </a:spcBef>
              <a:spcAft>
                <a:spcPts val="0"/>
              </a:spcAft>
              <a:buSzPts val="900"/>
              <a:buNone/>
              <a:defRPr sz="1200"/>
            </a:lvl8pPr>
            <a:lvl9pPr lvl="8">
              <a:spcBef>
                <a:spcPts val="0"/>
              </a:spcBef>
              <a:spcAft>
                <a:spcPts val="0"/>
              </a:spcAft>
              <a:buSzPts val="900"/>
              <a:buNone/>
              <a:defRPr sz="1200"/>
            </a:lvl9pPr>
          </a:lstStyle>
          <a:p/>
        </p:txBody>
      </p:sp>
      <p:sp>
        <p:nvSpPr>
          <p:cNvPr id="106" name="Google Shape;106;g3f702cbbda8_1_0"/>
          <p:cNvSpPr txBox="1"/>
          <p:nvPr>
            <p:ph idx="1" type="body"/>
          </p:nvPr>
        </p:nvSpPr>
        <p:spPr>
          <a:xfrm>
            <a:off x="304800" y="1066800"/>
            <a:ext cx="5486400" cy="3017309"/>
          </a:xfrm>
          <a:prstGeom prst="rect">
            <a:avLst/>
          </a:prstGeom>
          <a:noFill/>
          <a:ln>
            <a:noFill/>
          </a:ln>
        </p:spPr>
        <p:txBody>
          <a:bodyPr anchorCtr="0" anchor="t" bIns="30475" lIns="60950" spcFirstLastPara="1" rIns="60950" wrap="square" tIns="30475">
            <a:normAutofit/>
          </a:bodyPr>
          <a:lstStyle>
            <a:lvl1pPr indent="-361950" lvl="0" marL="4572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9250" lvl="1" marL="914400" marR="0" rtl="0" algn="l">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2pPr>
            <a:lvl3pPr indent="-330200" lvl="2" marL="13716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1150" lvl="3" marL="1828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rtl="0" algn="l">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107" name="Google Shape;107;g3f702cbbda8_1_0"/>
          <p:cNvSpPr txBox="1"/>
          <p:nvPr>
            <p:ph idx="10" type="dt"/>
          </p:nvPr>
        </p:nvSpPr>
        <p:spPr>
          <a:xfrm>
            <a:off x="304800" y="4237567"/>
            <a:ext cx="1422400" cy="243417"/>
          </a:xfrm>
          <a:prstGeom prst="rect">
            <a:avLst/>
          </a:prstGeom>
          <a:noFill/>
          <a:ln>
            <a:noFill/>
          </a:ln>
        </p:spPr>
        <p:txBody>
          <a:bodyPr anchorCtr="0" anchor="ctr" bIns="30475" lIns="60950" spcFirstLastPara="1" rIns="60950" wrap="square" tIns="30475">
            <a:noAutofit/>
          </a:bodyPr>
          <a:lstStyle>
            <a:lvl1pPr lvl="0" marR="0" rtl="0" algn="l">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108" name="Google Shape;108;g3f702cbbda8_1_0"/>
          <p:cNvSpPr txBox="1"/>
          <p:nvPr>
            <p:ph idx="11" type="ftr"/>
          </p:nvPr>
        </p:nvSpPr>
        <p:spPr>
          <a:xfrm>
            <a:off x="2082800" y="4237567"/>
            <a:ext cx="1930400" cy="243417"/>
          </a:xfrm>
          <a:prstGeom prst="rect">
            <a:avLst/>
          </a:prstGeom>
          <a:noFill/>
          <a:ln>
            <a:noFill/>
          </a:ln>
        </p:spPr>
        <p:txBody>
          <a:bodyPr anchorCtr="0" anchor="ctr" bIns="30475" lIns="60950" spcFirstLastPara="1" rIns="60950" wrap="square" tIns="30475">
            <a:noAutofit/>
          </a:bodyPr>
          <a:lstStyle>
            <a:lvl1pPr lvl="0" marR="0" rtl="0" algn="ctr">
              <a:spcBef>
                <a:spcPts val="0"/>
              </a:spcBef>
              <a:spcAft>
                <a:spcPts val="0"/>
              </a:spcAft>
              <a:buSzPts val="900"/>
              <a:buNone/>
              <a:defRPr b="0" i="0" sz="800" u="none" cap="none" strike="noStrike">
                <a:solidFill>
                  <a:srgbClr val="888888"/>
                </a:solidFill>
                <a:latin typeface="Calibri"/>
                <a:ea typeface="Calibri"/>
                <a:cs typeface="Calibri"/>
                <a:sym typeface="Calibri"/>
              </a:defRPr>
            </a:lvl1pPr>
            <a:lvl2pPr lvl="1"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2pPr>
            <a:lvl3pPr lvl="2"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3pPr>
            <a:lvl4pPr lvl="3"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4pPr>
            <a:lvl5pPr lvl="4"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5pPr>
            <a:lvl6pPr lvl="5"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6pPr>
            <a:lvl7pPr lvl="6"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7pPr>
            <a:lvl8pPr lvl="7"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8pPr>
            <a:lvl9pPr lvl="8" marR="0" rtl="0" algn="l">
              <a:spcBef>
                <a:spcPts val="0"/>
              </a:spcBef>
              <a:spcAft>
                <a:spcPts val="0"/>
              </a:spcAft>
              <a:buSzPts val="900"/>
              <a:buNone/>
              <a:defRPr b="0" i="0" sz="1200" u="none" cap="none" strike="noStrike">
                <a:solidFill>
                  <a:schemeClr val="dk1"/>
                </a:solidFill>
                <a:latin typeface="Calibri"/>
                <a:ea typeface="Calibri"/>
                <a:cs typeface="Calibri"/>
                <a:sym typeface="Calibri"/>
              </a:defRPr>
            </a:lvl9pPr>
          </a:lstStyle>
          <a:p/>
        </p:txBody>
      </p:sp>
      <p:sp>
        <p:nvSpPr>
          <p:cNvPr id="109" name="Google Shape;109;g3f702cbbda8_1_0"/>
          <p:cNvSpPr txBox="1"/>
          <p:nvPr>
            <p:ph idx="12" type="sldNum"/>
          </p:nvPr>
        </p:nvSpPr>
        <p:spPr>
          <a:xfrm>
            <a:off x="4368800" y="4237567"/>
            <a:ext cx="1422400" cy="243417"/>
          </a:xfrm>
          <a:prstGeom prst="rect">
            <a:avLst/>
          </a:prstGeom>
          <a:noFill/>
          <a:ln>
            <a:noFill/>
          </a:ln>
        </p:spPr>
        <p:txBody>
          <a:bodyPr anchorCtr="0" anchor="ctr" bIns="30475" lIns="60950" spcFirstLastPara="1" rIns="60950" wrap="square" tIns="30475">
            <a:noAutofit/>
          </a:bodyPr>
          <a:lstStyle>
            <a:lvl1pPr indent="0" lvl="0" marL="0" marR="0" rtl="0" algn="r">
              <a:spcBef>
                <a:spcPts val="0"/>
              </a:spcBef>
              <a:buNone/>
              <a:defRPr b="0" i="0" sz="800" u="none" cap="none" strike="noStrike">
                <a:solidFill>
                  <a:srgbClr val="888888"/>
                </a:solidFill>
                <a:latin typeface="Calibri"/>
                <a:ea typeface="Calibri"/>
                <a:cs typeface="Calibri"/>
                <a:sym typeface="Calibri"/>
              </a:defRPr>
            </a:lvl1pPr>
            <a:lvl2pPr indent="0" lvl="1" marL="0" marR="0" rtl="0" algn="r">
              <a:spcBef>
                <a:spcPts val="0"/>
              </a:spcBef>
              <a:buNone/>
              <a:defRPr b="0" i="0" sz="800" u="none" cap="none" strike="noStrike">
                <a:solidFill>
                  <a:srgbClr val="888888"/>
                </a:solidFill>
                <a:latin typeface="Calibri"/>
                <a:ea typeface="Calibri"/>
                <a:cs typeface="Calibri"/>
                <a:sym typeface="Calibri"/>
              </a:defRPr>
            </a:lvl2pPr>
            <a:lvl3pPr indent="0" lvl="2" marL="0" marR="0" rtl="0" algn="r">
              <a:spcBef>
                <a:spcPts val="0"/>
              </a:spcBef>
              <a:buNone/>
              <a:defRPr b="0" i="0" sz="800" u="none" cap="none" strike="noStrike">
                <a:solidFill>
                  <a:srgbClr val="888888"/>
                </a:solidFill>
                <a:latin typeface="Calibri"/>
                <a:ea typeface="Calibri"/>
                <a:cs typeface="Calibri"/>
                <a:sym typeface="Calibri"/>
              </a:defRPr>
            </a:lvl3pPr>
            <a:lvl4pPr indent="0" lvl="3" marL="0" marR="0" rtl="0" algn="r">
              <a:spcBef>
                <a:spcPts val="0"/>
              </a:spcBef>
              <a:buNone/>
              <a:defRPr b="0" i="0" sz="800" u="none" cap="none" strike="noStrike">
                <a:solidFill>
                  <a:srgbClr val="888888"/>
                </a:solidFill>
                <a:latin typeface="Calibri"/>
                <a:ea typeface="Calibri"/>
                <a:cs typeface="Calibri"/>
                <a:sym typeface="Calibri"/>
              </a:defRPr>
            </a:lvl4pPr>
            <a:lvl5pPr indent="0" lvl="4" marL="0" marR="0" rtl="0" algn="r">
              <a:spcBef>
                <a:spcPts val="0"/>
              </a:spcBef>
              <a:buNone/>
              <a:defRPr b="0" i="0" sz="800" u="none" cap="none" strike="noStrike">
                <a:solidFill>
                  <a:srgbClr val="888888"/>
                </a:solidFill>
                <a:latin typeface="Calibri"/>
                <a:ea typeface="Calibri"/>
                <a:cs typeface="Calibri"/>
                <a:sym typeface="Calibri"/>
              </a:defRPr>
            </a:lvl5pPr>
            <a:lvl6pPr indent="0" lvl="5" marL="0" marR="0" rtl="0" algn="r">
              <a:spcBef>
                <a:spcPts val="0"/>
              </a:spcBef>
              <a:buNone/>
              <a:defRPr b="0" i="0" sz="800" u="none" cap="none" strike="noStrike">
                <a:solidFill>
                  <a:srgbClr val="888888"/>
                </a:solidFill>
                <a:latin typeface="Calibri"/>
                <a:ea typeface="Calibri"/>
                <a:cs typeface="Calibri"/>
                <a:sym typeface="Calibri"/>
              </a:defRPr>
            </a:lvl6pPr>
            <a:lvl7pPr indent="0" lvl="6" marL="0" marR="0" rtl="0" algn="r">
              <a:spcBef>
                <a:spcPts val="0"/>
              </a:spcBef>
              <a:buNone/>
              <a:defRPr b="0" i="0" sz="800" u="none" cap="none" strike="noStrike">
                <a:solidFill>
                  <a:srgbClr val="888888"/>
                </a:solidFill>
                <a:latin typeface="Calibri"/>
                <a:ea typeface="Calibri"/>
                <a:cs typeface="Calibri"/>
                <a:sym typeface="Calibri"/>
              </a:defRPr>
            </a:lvl7pPr>
            <a:lvl8pPr indent="0" lvl="7" marL="0" marR="0" rtl="0" algn="r">
              <a:spcBef>
                <a:spcPts val="0"/>
              </a:spcBef>
              <a:buNone/>
              <a:defRPr b="0" i="0" sz="800" u="none" cap="none" strike="noStrike">
                <a:solidFill>
                  <a:srgbClr val="888888"/>
                </a:solidFill>
                <a:latin typeface="Calibri"/>
                <a:ea typeface="Calibri"/>
                <a:cs typeface="Calibri"/>
                <a:sym typeface="Calibri"/>
              </a:defRPr>
            </a:lvl8pPr>
            <a:lvl9pPr indent="0" lvl="8" marL="0" marR="0" rtl="0" algn="r">
              <a:spcBef>
                <a:spcPts val="0"/>
              </a:spcBef>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g3f862d9fef2_1_1209"/>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marR="0" algn="ctr">
              <a:lnSpc>
                <a:spcPct val="100000"/>
              </a:lnSpc>
              <a:spcBef>
                <a:spcPts val="0"/>
              </a:spcBef>
              <a:spcAft>
                <a:spcPts val="0"/>
              </a:spcAft>
              <a:buClr>
                <a:schemeClr val="dk1"/>
              </a:buClr>
              <a:buSzPts val="2900"/>
              <a:buFont typeface="Calibri"/>
              <a:buNone/>
              <a:defRPr b="0" i="0" sz="29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900"/>
              <a:buFont typeface="Arial"/>
              <a:buNone/>
              <a:defRPr b="0" i="0" sz="1200" u="none" cap="none" strike="noStrike">
                <a:solidFill>
                  <a:srgbClr val="000000"/>
                </a:solidFill>
                <a:latin typeface="Arial"/>
                <a:ea typeface="Arial"/>
                <a:cs typeface="Arial"/>
                <a:sym typeface="Arial"/>
              </a:defRPr>
            </a:lvl9pPr>
          </a:lstStyle>
          <a:p/>
        </p:txBody>
      </p:sp>
      <p:sp>
        <p:nvSpPr>
          <p:cNvPr id="181" name="Google Shape;181;g3f862d9fef2_1_1209"/>
          <p:cNvSpPr txBox="1"/>
          <p:nvPr>
            <p:ph idx="1" type="body"/>
          </p:nvPr>
        </p:nvSpPr>
        <p:spPr>
          <a:xfrm>
            <a:off x="304800" y="1066800"/>
            <a:ext cx="5486400" cy="3017400"/>
          </a:xfrm>
          <a:prstGeom prst="rect">
            <a:avLst/>
          </a:prstGeom>
          <a:noFill/>
          <a:ln>
            <a:noFill/>
          </a:ln>
        </p:spPr>
        <p:txBody>
          <a:bodyPr anchorCtr="0" anchor="t" bIns="30475" lIns="60950" spcFirstLastPara="1" rIns="60950" wrap="square" tIns="30475">
            <a:normAutofit/>
          </a:bodyPr>
          <a:lstStyle>
            <a:lvl1pPr indent="-361950" lvl="0" marL="457200" marR="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9250" lvl="1" marL="914400" marR="0" algn="l">
              <a:lnSpc>
                <a:spcPct val="100000"/>
              </a:lnSpc>
              <a:spcBef>
                <a:spcPts val="40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2pPr>
            <a:lvl3pPr indent="-330200" lvl="2" marL="1371600" marR="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3pPr>
            <a:lvl4pPr indent="-311150" lvl="3" marL="1828800" marR="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1150" lvl="5" marL="2743200" marR="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6pPr>
            <a:lvl7pPr indent="-311150" lvl="6" marL="3200400" marR="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7pPr>
            <a:lvl8pPr indent="-311150" lvl="7" marL="3657600" marR="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8pPr>
            <a:lvl9pPr indent="-311150" lvl="8" marL="4114800" marR="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9pPr>
          </a:lstStyle>
          <a:p/>
        </p:txBody>
      </p:sp>
      <p:sp>
        <p:nvSpPr>
          <p:cNvPr id="182" name="Google Shape;182;g3f862d9fef2_1_1209"/>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marR="0" algn="l">
              <a:lnSpc>
                <a:spcPct val="100000"/>
              </a:lnSpc>
              <a:spcBef>
                <a:spcPts val="0"/>
              </a:spcBef>
              <a:spcAft>
                <a:spcPts val="0"/>
              </a:spcAft>
              <a:buClr>
                <a:srgbClr val="000000"/>
              </a:buClr>
              <a:buSzPts val="900"/>
              <a:buFont typeface="Arial"/>
              <a:buNone/>
              <a:defRPr b="0" i="0" sz="8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9pPr>
          </a:lstStyle>
          <a:p/>
        </p:txBody>
      </p:sp>
      <p:sp>
        <p:nvSpPr>
          <p:cNvPr id="183" name="Google Shape;183;g3f862d9fef2_1_1209"/>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marR="0" algn="ctr">
              <a:lnSpc>
                <a:spcPct val="100000"/>
              </a:lnSpc>
              <a:spcBef>
                <a:spcPts val="0"/>
              </a:spcBef>
              <a:spcAft>
                <a:spcPts val="0"/>
              </a:spcAft>
              <a:buClr>
                <a:srgbClr val="000000"/>
              </a:buClr>
              <a:buSzPts val="900"/>
              <a:buFont typeface="Arial"/>
              <a:buNone/>
              <a:defRPr b="0" i="0" sz="8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900"/>
              <a:buFont typeface="Arial"/>
              <a:buNone/>
              <a:defRPr b="0" i="0" sz="1200" u="none" cap="none" strike="noStrike">
                <a:solidFill>
                  <a:schemeClr val="dk1"/>
                </a:solidFill>
                <a:latin typeface="Calibri"/>
                <a:ea typeface="Calibri"/>
                <a:cs typeface="Calibri"/>
                <a:sym typeface="Calibri"/>
              </a:defRPr>
            </a:lvl9pPr>
          </a:lstStyle>
          <a:p/>
        </p:txBody>
      </p:sp>
      <p:sp>
        <p:nvSpPr>
          <p:cNvPr id="184" name="Google Shape;184;g3f862d9fef2_1_1209"/>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3.xm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7.xm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7"/>
          <p:cNvSpPr txBox="1"/>
          <p:nvPr/>
        </p:nvSpPr>
        <p:spPr>
          <a:xfrm>
            <a:off x="762000" y="5143140"/>
            <a:ext cx="6350100" cy="381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s-AR" sz="2000" u="none" cap="none" strike="noStrike">
                <a:solidFill>
                  <a:srgbClr val="14C99A"/>
                </a:solidFill>
                <a:latin typeface="Quattrocento Sans"/>
                <a:ea typeface="Quattrocento Sans"/>
                <a:cs typeface="Quattrocento Sans"/>
                <a:sym typeface="Quattrocento Sans"/>
              </a:rPr>
              <a:t>TESIS DE GRADO: </a:t>
            </a:r>
            <a:r>
              <a:rPr b="1" lang="es-AR" sz="2000">
                <a:solidFill>
                  <a:schemeClr val="accent1"/>
                </a:solidFill>
                <a:latin typeface="Quattrocento Sans"/>
                <a:ea typeface="Quattrocento Sans"/>
                <a:cs typeface="Quattrocento Sans"/>
                <a:sym typeface="Quattrocento Sans"/>
              </a:rPr>
              <a:t>HITO 3</a:t>
            </a:r>
            <a:endParaRPr b="0" i="0" sz="1400" u="none" cap="none" strike="noStrike">
              <a:solidFill>
                <a:srgbClr val="000000"/>
              </a:solidFill>
              <a:latin typeface="Arial"/>
              <a:ea typeface="Arial"/>
              <a:cs typeface="Arial"/>
              <a:sym typeface="Arial"/>
            </a:endParaRPr>
          </a:p>
        </p:txBody>
      </p:sp>
      <p:sp>
        <p:nvSpPr>
          <p:cNvPr id="259" name="Google Shape;259;p7"/>
          <p:cNvSpPr txBox="1"/>
          <p:nvPr/>
        </p:nvSpPr>
        <p:spPr>
          <a:xfrm>
            <a:off x="762000" y="5574940"/>
            <a:ext cx="7112100" cy="3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s-AR" sz="1600" u="none" cap="none" strike="noStrike">
                <a:solidFill>
                  <a:srgbClr val="AEBDCC"/>
                </a:solidFill>
                <a:latin typeface="Quattrocento Sans"/>
                <a:ea typeface="Quattrocento Sans"/>
                <a:cs typeface="Quattrocento Sans"/>
                <a:sym typeface="Quattrocento Sans"/>
              </a:rPr>
              <a:t>Instituto Tecnológico de Buenos Aires</a:t>
            </a:r>
            <a:endParaRPr b="0" i="0" sz="1400" u="none" cap="none" strike="noStrike">
              <a:solidFill>
                <a:srgbClr val="000000"/>
              </a:solidFill>
              <a:latin typeface="Arial"/>
              <a:ea typeface="Arial"/>
              <a:cs typeface="Arial"/>
              <a:sym typeface="Arial"/>
            </a:endParaRPr>
          </a:p>
        </p:txBody>
      </p:sp>
      <p:sp>
        <p:nvSpPr>
          <p:cNvPr id="260" name="Google Shape;260;p7"/>
          <p:cNvSpPr txBox="1"/>
          <p:nvPr/>
        </p:nvSpPr>
        <p:spPr>
          <a:xfrm>
            <a:off x="762000" y="5960415"/>
            <a:ext cx="8889900" cy="330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s-AR" sz="1600" u="none" cap="none" strike="noStrike">
                <a:solidFill>
                  <a:srgbClr val="FFFFFF"/>
                </a:solidFill>
                <a:latin typeface="Quattrocento Sans"/>
                <a:ea typeface="Quattrocento Sans"/>
                <a:cs typeface="Quattrocento Sans"/>
                <a:sym typeface="Quattrocento Sans"/>
              </a:rPr>
              <a:t>Juan Ignacio Pla · Facundo Caviglia · Joaquín Torino</a:t>
            </a:r>
            <a:endParaRPr b="0" i="0" sz="1400" u="none" cap="none" strike="noStrike">
              <a:solidFill>
                <a:srgbClr val="000000"/>
              </a:solidFill>
              <a:latin typeface="Arial"/>
              <a:ea typeface="Arial"/>
              <a:cs typeface="Arial"/>
              <a:sym typeface="Arial"/>
            </a:endParaRPr>
          </a:p>
        </p:txBody>
      </p:sp>
      <p:sp>
        <p:nvSpPr>
          <p:cNvPr id="261" name="Google Shape;261;p7"/>
          <p:cNvSpPr txBox="1"/>
          <p:nvPr>
            <p:ph idx="1" type="subTitle"/>
          </p:nvPr>
        </p:nvSpPr>
        <p:spPr>
          <a:xfrm>
            <a:off x="762000" y="3138840"/>
            <a:ext cx="8127900" cy="7113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rgbClr val="DDE6EF"/>
              </a:buClr>
              <a:buSzPts val="1800"/>
              <a:buNone/>
            </a:pPr>
            <a:r>
              <a:rPr lang="es-AR" sz="1800">
                <a:solidFill>
                  <a:srgbClr val="DDE6EF"/>
                </a:solidFill>
              </a:rPr>
              <a:t>Sistema dinámico de detección de vehículos ferroviarios y señalización activa mediante comunicación con pasos a nivel.</a:t>
            </a:r>
            <a:endParaRPr/>
          </a:p>
        </p:txBody>
      </p:sp>
      <p:sp>
        <p:nvSpPr>
          <p:cNvPr id="262" name="Google Shape;262;p7"/>
          <p:cNvSpPr txBox="1"/>
          <p:nvPr>
            <p:ph type="ctrTitle"/>
          </p:nvPr>
        </p:nvSpPr>
        <p:spPr>
          <a:xfrm>
            <a:off x="762000" y="1057900"/>
            <a:ext cx="8016000" cy="1650900"/>
          </a:xfrm>
          <a:prstGeom prst="rect">
            <a:avLst/>
          </a:prstGeom>
          <a:noFill/>
          <a:ln>
            <a:noFill/>
          </a:ln>
        </p:spPr>
        <p:txBody>
          <a:bodyPr anchorCtr="0" anchor="b" bIns="0" lIns="0" spcFirstLastPara="1" rIns="0" wrap="square" tIns="0">
            <a:normAutofit/>
          </a:bodyPr>
          <a:lstStyle/>
          <a:p>
            <a:pPr indent="0" lvl="0" marL="0" rtl="0" algn="l">
              <a:lnSpc>
                <a:spcPct val="90000"/>
              </a:lnSpc>
              <a:spcBef>
                <a:spcPts val="0"/>
              </a:spcBef>
              <a:spcAft>
                <a:spcPts val="0"/>
              </a:spcAft>
              <a:buClr>
                <a:srgbClr val="14C99A"/>
              </a:buClr>
              <a:buSzPts val="5400"/>
              <a:buFont typeface="Impact"/>
              <a:buNone/>
            </a:pPr>
            <a:r>
              <a:rPr b="0" lang="es-AR" sz="5400">
                <a:solidFill>
                  <a:schemeClr val="accent1"/>
                </a:solidFill>
              </a:rPr>
              <a:t>PANDA</a:t>
            </a:r>
            <a:r>
              <a:rPr b="0" lang="es-AR" sz="5400">
                <a:solidFill>
                  <a:schemeClr val="lt1"/>
                </a:solidFill>
              </a:rPr>
              <a:t>: </a:t>
            </a:r>
            <a:r>
              <a:rPr b="0" lang="es-AR" sz="5400">
                <a:solidFill>
                  <a:schemeClr val="lt1"/>
                </a:solidFill>
              </a:rPr>
              <a:t>PASO A NIVEL DINÁMICO y ACTIVO</a:t>
            </a:r>
            <a:r>
              <a:rPr b="0" lang="es-AR" sz="5400">
                <a:solidFill>
                  <a:srgbClr val="14C99A"/>
                </a:solidFill>
              </a:rPr>
              <a:t> </a:t>
            </a:r>
            <a:endParaRPr b="0"/>
          </a:p>
        </p:txBody>
      </p:sp>
      <p:cxnSp>
        <p:nvCxnSpPr>
          <p:cNvPr id="263" name="Google Shape;263;p7"/>
          <p:cNvCxnSpPr/>
          <p:nvPr/>
        </p:nvCxnSpPr>
        <p:spPr>
          <a:xfrm>
            <a:off x="762000" y="2917465"/>
            <a:ext cx="2921100" cy="0"/>
          </a:xfrm>
          <a:prstGeom prst="straightConnector1">
            <a:avLst/>
          </a:prstGeom>
          <a:noFill/>
          <a:ln cap="flat" cmpd="sng" w="28575">
            <a:solidFill>
              <a:srgbClr val="14C99A"/>
            </a:solidFill>
            <a:prstDash val="solid"/>
            <a:round/>
            <a:headEnd len="sm" w="sm" type="none"/>
            <a:tailEnd len="sm" w="sm" type="none"/>
          </a:ln>
        </p:spPr>
      </p:cxnSp>
      <p:sp>
        <p:nvSpPr>
          <p:cNvPr id="264" name="Google Shape;264;p7"/>
          <p:cNvSpPr/>
          <p:nvPr/>
        </p:nvSpPr>
        <p:spPr>
          <a:xfrm>
            <a:off x="3733800" y="2866665"/>
            <a:ext cx="114300" cy="114300"/>
          </a:xfrm>
          <a:prstGeom prst="ellipse">
            <a:avLst/>
          </a:prstGeom>
          <a:solidFill>
            <a:srgbClr val="14C9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Quattrocento Sans"/>
              <a:ea typeface="Quattrocento Sans"/>
              <a:cs typeface="Quattrocento Sans"/>
              <a:sym typeface="Quattrocento Sans"/>
            </a:endParaRPr>
          </a:p>
        </p:txBody>
      </p:sp>
      <p:pic>
        <p:nvPicPr>
          <p:cNvPr descr="Campus ITBA: el proyecto comienza a hacerse visible - Campus ITBA" id="265" name="Google Shape;265;p7"/>
          <p:cNvPicPr preferRelativeResize="0"/>
          <p:nvPr/>
        </p:nvPicPr>
        <p:blipFill rotWithShape="1">
          <a:blip r:embed="rId3">
            <a:alphaModFix/>
          </a:blip>
          <a:srcRect b="0" l="0" r="0" t="0"/>
          <a:stretch/>
        </p:blipFill>
        <p:spPr>
          <a:xfrm>
            <a:off x="9891000" y="5615140"/>
            <a:ext cx="1788158" cy="879644"/>
          </a:xfrm>
          <a:prstGeom prst="rect">
            <a:avLst/>
          </a:prstGeom>
          <a:noFill/>
          <a:ln>
            <a:no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RECAPITULANDO</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DECISIONES DEL DISEÑO CRÍTICO</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502920" y="1325880"/>
            <a:ext cx="3611880" cy="2286000"/>
          </a:xfrm>
          <a:prstGeom prst="roundRect">
            <a:avLst>
              <a:gd name="adj" fmla="val 6000"/>
            </a:avLst>
          </a:prstGeom>
          <a:solidFill>
            <a:srgbClr val="FFFFFF"/>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Oval 1582"/>
          <p:cNvSpPr/>
          <p:nvPr/>
        </p:nvSpPr>
        <p:spPr>
          <a:xfrm>
            <a:off x="731520" y="1554480"/>
            <a:ext cx="731520" cy="731520"/>
          </a:xfrm>
          <a:prstGeom prst="ellipse">
            <a:avLst/>
          </a:prstGeom>
          <a:solidFill>
            <a:srgbClr val="DFF1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584" name="Picture 1583" descr="hub_green.png"/>
          <p:cNvPicPr>
            <a:picLocks noChangeAspect="1"/>
          </p:cNvPicPr>
          <p:nvPr/>
        </p:nvPicPr>
        <p:blipFill>
          <a:blip r:embed="rId4"/>
          <a:stretch>
            <a:fillRect/>
          </a:stretch>
        </p:blipFill>
        <p:spPr>
          <a:xfrm>
            <a:off x="892454" y="1715414"/>
            <a:ext cx="409651" cy="409651"/>
          </a:xfrm>
          <a:prstGeom prst="rect">
            <a:avLst/>
          </a:prstGeom>
        </p:spPr>
      </p:pic>
      <p:sp>
        <p:nvSpPr>
          <p:cNvPr id="1585" name="TextBox 1584"/>
          <p:cNvSpPr txBox="1"/>
          <p:nvPr/>
        </p:nvSpPr>
        <p:spPr>
          <a:xfrm>
            <a:off x="1600200" y="1600200"/>
            <a:ext cx="2377440" cy="640080"/>
          </a:xfrm>
          <a:prstGeom prst="rect">
            <a:avLst/>
          </a:prstGeom>
          <a:noFill/>
        </p:spPr>
        <p:txBody>
          <a:bodyPr wrap="square" anchor="ctr" lIns="36576" rIns="36576" tIns="36576" bIns="36576">
            <a:spAutoFit/>
          </a:bodyPr>
          <a:lstStyle/>
          <a:p>
            <a:pPr algn="l"/>
            <a:r>
              <a:rPr sz="1500" b="0" i="0">
                <a:solidFill>
                  <a:srgbClr val="0D2547"/>
                </a:solidFill>
                <a:latin typeface="Impact"/>
              </a:rPr>
              <a:t>PANDA PRINCIPAL</a:t>
            </a:r>
          </a:p>
        </p:txBody>
      </p:sp>
      <p:sp>
        <p:nvSpPr>
          <p:cNvPr id="1586" name="TextBox 1585"/>
          <p:cNvSpPr txBox="1"/>
          <p:nvPr/>
        </p:nvSpPr>
        <p:spPr>
          <a:xfrm>
            <a:off x="731520" y="2423160"/>
            <a:ext cx="3154680" cy="1097280"/>
          </a:xfrm>
          <a:prstGeom prst="rect">
            <a:avLst/>
          </a:prstGeom>
          <a:noFill/>
        </p:spPr>
        <p:txBody>
          <a:bodyPr wrap="square" anchor="t" lIns="36576" rIns="36576" tIns="36576" bIns="36576">
            <a:spAutoFit/>
          </a:bodyPr>
          <a:lstStyle/>
          <a:p>
            <a:pPr algn="l">
              <a:lnSpc>
                <a:spcPct val="105000"/>
              </a:lnSpc>
            </a:pPr>
            <a:r>
              <a:rPr sz="1250" b="0" i="0">
                <a:solidFill>
                  <a:srgbClr val="0D2547"/>
                </a:solidFill>
                <a:latin typeface="Noto Sans Symbols"/>
              </a:rPr>
              <a:t>La barrera sigue a PANDA con la velocidad real del tren. El circuito de vía queda de respaldo y cierra como siempre a los trenes sin nodo.</a:t>
            </a:r>
          </a:p>
        </p:txBody>
      </p:sp>
      <p:sp>
        <p:nvSpPr>
          <p:cNvPr id="1587" name="Rounded Rectangle 1586"/>
          <p:cNvSpPr/>
          <p:nvPr/>
        </p:nvSpPr>
        <p:spPr>
          <a:xfrm>
            <a:off x="4297680" y="1325880"/>
            <a:ext cx="3611880" cy="2286000"/>
          </a:xfrm>
          <a:prstGeom prst="roundRect">
            <a:avLst>
              <a:gd name="adj" fmla="val 6000"/>
            </a:avLst>
          </a:prstGeom>
          <a:solidFill>
            <a:srgbClr val="FFFFFF"/>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8" name="Oval 1587"/>
          <p:cNvSpPr/>
          <p:nvPr/>
        </p:nvSpPr>
        <p:spPr>
          <a:xfrm>
            <a:off x="4526280" y="1554480"/>
            <a:ext cx="731520" cy="731520"/>
          </a:xfrm>
          <a:prstGeom prst="ellipse">
            <a:avLst/>
          </a:prstGeom>
          <a:solidFill>
            <a:srgbClr val="FDEB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589" name="Picture 1588" descr="timer_orange.png"/>
          <p:cNvPicPr>
            <a:picLocks noChangeAspect="1"/>
          </p:cNvPicPr>
          <p:nvPr/>
        </p:nvPicPr>
        <p:blipFill>
          <a:blip r:embed="rId5"/>
          <a:stretch>
            <a:fillRect/>
          </a:stretch>
        </p:blipFill>
        <p:spPr>
          <a:xfrm>
            <a:off x="4687214" y="1715414"/>
            <a:ext cx="409651" cy="409651"/>
          </a:xfrm>
          <a:prstGeom prst="rect">
            <a:avLst/>
          </a:prstGeom>
        </p:spPr>
      </p:pic>
      <p:sp>
        <p:nvSpPr>
          <p:cNvPr id="1590" name="TextBox 1589"/>
          <p:cNvSpPr txBox="1"/>
          <p:nvPr/>
        </p:nvSpPr>
        <p:spPr>
          <a:xfrm>
            <a:off x="5394960" y="1600200"/>
            <a:ext cx="2377440" cy="640080"/>
          </a:xfrm>
          <a:prstGeom prst="rect">
            <a:avLst/>
          </a:prstGeom>
          <a:noFill/>
        </p:spPr>
        <p:txBody>
          <a:bodyPr wrap="square" anchor="ctr" lIns="36576" rIns="36576" tIns="36576" bIns="36576">
            <a:spAutoFit/>
          </a:bodyPr>
          <a:lstStyle/>
          <a:p>
            <a:pPr algn="l"/>
            <a:r>
              <a:rPr sz="1500" b="0" i="0">
                <a:solidFill>
                  <a:srgbClr val="0D2547"/>
                </a:solidFill>
                <a:latin typeface="Impact"/>
              </a:rPr>
              <a:t>CICLO DE BARRERA DE ADIF</a:t>
            </a:r>
          </a:p>
        </p:txBody>
      </p:sp>
      <p:sp>
        <p:nvSpPr>
          <p:cNvPr id="1591" name="TextBox 1590"/>
          <p:cNvSpPr txBox="1"/>
          <p:nvPr/>
        </p:nvSpPr>
        <p:spPr>
          <a:xfrm>
            <a:off x="4526280" y="2423160"/>
            <a:ext cx="3154680" cy="1097280"/>
          </a:xfrm>
          <a:prstGeom prst="rect">
            <a:avLst/>
          </a:prstGeom>
          <a:noFill/>
        </p:spPr>
        <p:txBody>
          <a:bodyPr wrap="square" anchor="t" lIns="36576" rIns="36576" tIns="36576" bIns="36576">
            <a:spAutoFit/>
          </a:bodyPr>
          <a:lstStyle/>
          <a:p>
            <a:pPr algn="l">
              <a:lnSpc>
                <a:spcPct val="105000"/>
              </a:lnSpc>
            </a:pPr>
            <a:r>
              <a:rPr sz="1250" b="0" i="0">
                <a:solidFill>
                  <a:srgbClr val="0D2547"/>
                </a:solidFill>
                <a:latin typeface="Noto Sans Symbols"/>
              </a:rPr>
              <a:t>Umbral de 32 s: fonoluminosa 7 s, bajada 10 s, despejamiento 14 s y 1 s de margen (Anexo XII).</a:t>
            </a:r>
          </a:p>
        </p:txBody>
      </p:sp>
      <p:sp>
        <p:nvSpPr>
          <p:cNvPr id="1592" name="Rounded Rectangle 1591"/>
          <p:cNvSpPr/>
          <p:nvPr/>
        </p:nvSpPr>
        <p:spPr>
          <a:xfrm>
            <a:off x="8092440" y="1325880"/>
            <a:ext cx="3611880" cy="2286000"/>
          </a:xfrm>
          <a:prstGeom prst="roundRect">
            <a:avLst>
              <a:gd name="adj" fmla="val 6000"/>
            </a:avLst>
          </a:prstGeom>
          <a:solidFill>
            <a:srgbClr val="FFFFFF"/>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3" name="Oval 1592"/>
          <p:cNvSpPr/>
          <p:nvPr/>
        </p:nvSpPr>
        <p:spPr>
          <a:xfrm>
            <a:off x="8321040" y="1554480"/>
            <a:ext cx="731520" cy="731520"/>
          </a:xfrm>
          <a:prstGeom prst="ellipse">
            <a:avLst/>
          </a:prstGeom>
          <a:solidFill>
            <a:srgbClr val="E3EC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594" name="Picture 1593" descr="rail_blue.png"/>
          <p:cNvPicPr>
            <a:picLocks noChangeAspect="1"/>
          </p:cNvPicPr>
          <p:nvPr/>
        </p:nvPicPr>
        <p:blipFill>
          <a:blip r:embed="rId6"/>
          <a:stretch>
            <a:fillRect/>
          </a:stretch>
        </p:blipFill>
        <p:spPr>
          <a:xfrm>
            <a:off x="8481974" y="1715414"/>
            <a:ext cx="409651" cy="409651"/>
          </a:xfrm>
          <a:prstGeom prst="rect">
            <a:avLst/>
          </a:prstGeom>
        </p:spPr>
      </p:pic>
      <p:sp>
        <p:nvSpPr>
          <p:cNvPr id="1595" name="TextBox 1594"/>
          <p:cNvSpPr txBox="1"/>
          <p:nvPr/>
        </p:nvSpPr>
        <p:spPr>
          <a:xfrm>
            <a:off x="9189720" y="1600200"/>
            <a:ext cx="2377440" cy="640080"/>
          </a:xfrm>
          <a:prstGeom prst="rect">
            <a:avLst/>
          </a:prstGeom>
          <a:noFill/>
        </p:spPr>
        <p:txBody>
          <a:bodyPr wrap="square" anchor="ctr" lIns="36576" rIns="36576" tIns="36576" bIns="36576">
            <a:spAutoFit/>
          </a:bodyPr>
          <a:lstStyle/>
          <a:p>
            <a:pPr algn="l"/>
            <a:r>
              <a:rPr sz="1500" b="0" i="0">
                <a:solidFill>
                  <a:srgbClr val="0D2547"/>
                </a:solidFill>
                <a:latin typeface="Impact"/>
              </a:rPr>
              <a:t>LÍNEA PILOTO: ROCA</a:t>
            </a:r>
          </a:p>
        </p:txBody>
      </p:sp>
      <p:sp>
        <p:nvSpPr>
          <p:cNvPr id="1596" name="TextBox 1595"/>
          <p:cNvSpPr txBox="1"/>
          <p:nvPr/>
        </p:nvSpPr>
        <p:spPr>
          <a:xfrm>
            <a:off x="8321040" y="2423160"/>
            <a:ext cx="3154680" cy="1097280"/>
          </a:xfrm>
          <a:prstGeom prst="rect">
            <a:avLst/>
          </a:prstGeom>
          <a:noFill/>
        </p:spPr>
        <p:txBody>
          <a:bodyPr wrap="square" anchor="t" lIns="36576" rIns="36576" tIns="36576" bIns="36576">
            <a:spAutoFit/>
          </a:bodyPr>
          <a:lstStyle/>
          <a:p>
            <a:pPr algn="l">
              <a:lnSpc>
                <a:spcPct val="105000"/>
              </a:lnSpc>
            </a:pPr>
            <a:r>
              <a:rPr sz="1250" b="0" i="0">
                <a:solidFill>
                  <a:srgbClr val="0D2547"/>
                </a:solidFill>
                <a:latin typeface="Noto Sans Symbols"/>
              </a:rPr>
              <a:t>El Anexo XII es el pliego del Roca. CSR de hasta 8 coches (206 m) sobre catenaria de 25 kV.</a:t>
            </a:r>
          </a:p>
        </p:txBody>
      </p:sp>
      <p:sp>
        <p:nvSpPr>
          <p:cNvPr id="1597" name="Rounded Rectangle 1596"/>
          <p:cNvSpPr/>
          <p:nvPr/>
        </p:nvSpPr>
        <p:spPr>
          <a:xfrm>
            <a:off x="502920" y="3840480"/>
            <a:ext cx="3611880" cy="2286000"/>
          </a:xfrm>
          <a:prstGeom prst="roundRect">
            <a:avLst>
              <a:gd name="adj" fmla="val 6000"/>
            </a:avLst>
          </a:prstGeom>
          <a:solidFill>
            <a:srgbClr val="FFFFFF"/>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8" name="Oval 1597"/>
          <p:cNvSpPr/>
          <p:nvPr/>
        </p:nvSpPr>
        <p:spPr>
          <a:xfrm>
            <a:off x="731520" y="4069080"/>
            <a:ext cx="731520" cy="731520"/>
          </a:xfrm>
          <a:prstGeom prst="ellipse">
            <a:avLst/>
          </a:prstGeom>
          <a:solidFill>
            <a:srgbClr val="EAE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599" name="Picture 1598" descr="cpu_purple.png"/>
          <p:cNvPicPr>
            <a:picLocks noChangeAspect="1"/>
          </p:cNvPicPr>
          <p:nvPr/>
        </p:nvPicPr>
        <p:blipFill>
          <a:blip r:embed="rId7"/>
          <a:stretch>
            <a:fillRect/>
          </a:stretch>
        </p:blipFill>
        <p:spPr>
          <a:xfrm>
            <a:off x="892454" y="4230014"/>
            <a:ext cx="409651" cy="409651"/>
          </a:xfrm>
          <a:prstGeom prst="rect">
            <a:avLst/>
          </a:prstGeom>
        </p:spPr>
      </p:pic>
      <p:sp>
        <p:nvSpPr>
          <p:cNvPr id="1600" name="TextBox 1599"/>
          <p:cNvSpPr txBox="1"/>
          <p:nvPr/>
        </p:nvSpPr>
        <p:spPr>
          <a:xfrm>
            <a:off x="1600200" y="4114800"/>
            <a:ext cx="2377440" cy="640080"/>
          </a:xfrm>
          <a:prstGeom prst="rect">
            <a:avLst/>
          </a:prstGeom>
          <a:noFill/>
        </p:spPr>
        <p:txBody>
          <a:bodyPr wrap="square" anchor="ctr" lIns="36576" rIns="36576" tIns="36576" bIns="36576">
            <a:spAutoFit/>
          </a:bodyPr>
          <a:lstStyle/>
          <a:p>
            <a:pPr algn="l"/>
            <a:r>
              <a:rPr sz="1500" b="0" i="0">
                <a:solidFill>
                  <a:srgbClr val="0D2547"/>
                </a:solidFill>
                <a:latin typeface="Impact"/>
              </a:rPr>
              <a:t>PROTOTIPO SOBRE T-BEAM</a:t>
            </a:r>
          </a:p>
        </p:txBody>
      </p:sp>
      <p:sp>
        <p:nvSpPr>
          <p:cNvPr id="1601" name="TextBox 1600"/>
          <p:cNvSpPr txBox="1"/>
          <p:nvPr/>
        </p:nvSpPr>
        <p:spPr>
          <a:xfrm>
            <a:off x="731520" y="4937760"/>
            <a:ext cx="3154680" cy="1097280"/>
          </a:xfrm>
          <a:prstGeom prst="rect">
            <a:avLst/>
          </a:prstGeom>
          <a:noFill/>
        </p:spPr>
        <p:txBody>
          <a:bodyPr wrap="square" anchor="t" lIns="36576" rIns="36576" tIns="36576" bIns="36576">
            <a:spAutoFit/>
          </a:bodyPr>
          <a:lstStyle/>
          <a:p>
            <a:pPr algn="l">
              <a:lnSpc>
                <a:spcPct val="105000"/>
              </a:lnSpc>
            </a:pPr>
            <a:r>
              <a:rPr sz="1250" b="0" i="0">
                <a:solidFill>
                  <a:srgbClr val="0D2547"/>
                </a:solidFill>
                <a:latin typeface="Noto Sans Symbols"/>
              </a:rPr>
              <a:t>ESP32-S3, SX1262 y MAX-M10S en una placa comercial más módulos. La placa propia queda como diseño.</a:t>
            </a:r>
          </a:p>
        </p:txBody>
      </p:sp>
      <p:sp>
        <p:nvSpPr>
          <p:cNvPr id="1602" name="Rounded Rectangle 1601"/>
          <p:cNvSpPr/>
          <p:nvPr/>
        </p:nvSpPr>
        <p:spPr>
          <a:xfrm>
            <a:off x="4297680" y="3840480"/>
            <a:ext cx="3611880" cy="2286000"/>
          </a:xfrm>
          <a:prstGeom prst="roundRect">
            <a:avLst>
              <a:gd name="adj" fmla="val 6000"/>
            </a:avLst>
          </a:prstGeom>
          <a:solidFill>
            <a:srgbClr val="FFFFFF"/>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3" name="Oval 1602"/>
          <p:cNvSpPr/>
          <p:nvPr/>
        </p:nvSpPr>
        <p:spPr>
          <a:xfrm>
            <a:off x="4526280" y="4069080"/>
            <a:ext cx="731520" cy="731520"/>
          </a:xfrm>
          <a:prstGeom prst="ellipse">
            <a:avLst/>
          </a:prstGeom>
          <a:solidFill>
            <a:srgbClr val="DDF7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604" name="Picture 1603" descr="wifi_green.png"/>
          <p:cNvPicPr>
            <a:picLocks noChangeAspect="1"/>
          </p:cNvPicPr>
          <p:nvPr/>
        </p:nvPicPr>
        <p:blipFill>
          <a:blip r:embed="rId8"/>
          <a:stretch>
            <a:fillRect/>
          </a:stretch>
        </p:blipFill>
        <p:spPr>
          <a:xfrm>
            <a:off x="4687214" y="4230014"/>
            <a:ext cx="409651" cy="409651"/>
          </a:xfrm>
          <a:prstGeom prst="rect">
            <a:avLst/>
          </a:prstGeom>
        </p:spPr>
      </p:pic>
      <p:sp>
        <p:nvSpPr>
          <p:cNvPr id="1605" name="TextBox 1604"/>
          <p:cNvSpPr txBox="1"/>
          <p:nvPr/>
        </p:nvSpPr>
        <p:spPr>
          <a:xfrm>
            <a:off x="5394960" y="4114800"/>
            <a:ext cx="2377440" cy="640080"/>
          </a:xfrm>
          <a:prstGeom prst="rect">
            <a:avLst/>
          </a:prstGeom>
          <a:noFill/>
        </p:spPr>
        <p:txBody>
          <a:bodyPr wrap="square" anchor="ctr" lIns="36576" rIns="36576" tIns="36576" bIns="36576">
            <a:spAutoFit/>
          </a:bodyPr>
          <a:lstStyle/>
          <a:p>
            <a:pPr algn="l"/>
            <a:r>
              <a:rPr sz="1500" b="0" i="0">
                <a:solidFill>
                  <a:srgbClr val="0D2547"/>
                </a:solidFill>
                <a:latin typeface="Impact"/>
              </a:rPr>
              <a:t>TELEMETRÍA</a:t>
            </a:r>
          </a:p>
        </p:txBody>
      </p:sp>
      <p:sp>
        <p:nvSpPr>
          <p:cNvPr id="1606" name="TextBox 1605"/>
          <p:cNvSpPr txBox="1"/>
          <p:nvPr/>
        </p:nvSpPr>
        <p:spPr>
          <a:xfrm>
            <a:off x="4526280" y="4937760"/>
            <a:ext cx="3154680" cy="1097280"/>
          </a:xfrm>
          <a:prstGeom prst="rect">
            <a:avLst/>
          </a:prstGeom>
          <a:noFill/>
        </p:spPr>
        <p:txBody>
          <a:bodyPr wrap="square" anchor="t" lIns="36576" rIns="36576" tIns="36576" bIns="36576">
            <a:spAutoFit/>
          </a:bodyPr>
          <a:lstStyle/>
          <a:p>
            <a:pPr algn="l">
              <a:lnSpc>
                <a:spcPct val="105000"/>
              </a:lnSpc>
            </a:pPr>
            <a:r>
              <a:rPr sz="1250" b="0" i="0">
                <a:solidFill>
                  <a:srgbClr val="0D2547"/>
                </a:solidFill>
                <a:latin typeface="Noto Sans Symbols"/>
              </a:rPr>
              <a:t>Prototipo por Wi-Fi. En el producto, SIM7080G solo en el nodo cruce: sube los trenes cercanos.</a:t>
            </a:r>
          </a:p>
        </p:txBody>
      </p:sp>
      <p:sp>
        <p:nvSpPr>
          <p:cNvPr id="1607" name="Rounded Rectangle 1606"/>
          <p:cNvSpPr/>
          <p:nvPr/>
        </p:nvSpPr>
        <p:spPr>
          <a:xfrm>
            <a:off x="8092440" y="3840480"/>
            <a:ext cx="3611880" cy="2286000"/>
          </a:xfrm>
          <a:prstGeom prst="roundRect">
            <a:avLst>
              <a:gd name="adj" fmla="val 6000"/>
            </a:avLst>
          </a:prstGeom>
          <a:solidFill>
            <a:srgbClr val="FFFFFF"/>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8" name="Oval 1607"/>
          <p:cNvSpPr/>
          <p:nvPr/>
        </p:nvSpPr>
        <p:spPr>
          <a:xfrm>
            <a:off x="8321040" y="4069080"/>
            <a:ext cx="731520" cy="731520"/>
          </a:xfrm>
          <a:prstGeom prst="ellipse">
            <a:avLst/>
          </a:prstGeom>
          <a:solidFill>
            <a:srgbClr val="F8E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609" name="Picture 1608" descr="train_red.png"/>
          <p:cNvPicPr>
            <a:picLocks noChangeAspect="1"/>
          </p:cNvPicPr>
          <p:nvPr/>
        </p:nvPicPr>
        <p:blipFill>
          <a:blip r:embed="rId9"/>
          <a:stretch>
            <a:fillRect/>
          </a:stretch>
        </p:blipFill>
        <p:spPr>
          <a:xfrm>
            <a:off x="8481974" y="4230014"/>
            <a:ext cx="409651" cy="409651"/>
          </a:xfrm>
          <a:prstGeom prst="rect">
            <a:avLst/>
          </a:prstGeom>
        </p:spPr>
      </p:pic>
      <p:sp>
        <p:nvSpPr>
          <p:cNvPr id="1610" name="TextBox 1609"/>
          <p:cNvSpPr txBox="1"/>
          <p:nvPr/>
        </p:nvSpPr>
        <p:spPr>
          <a:xfrm>
            <a:off x="9189720" y="4114800"/>
            <a:ext cx="2377440" cy="640080"/>
          </a:xfrm>
          <a:prstGeom prst="rect">
            <a:avLst/>
          </a:prstGeom>
          <a:noFill/>
        </p:spPr>
        <p:txBody>
          <a:bodyPr wrap="square" anchor="ctr" lIns="36576" rIns="36576" tIns="36576" bIns="36576">
            <a:spAutoFit/>
          </a:bodyPr>
          <a:lstStyle/>
          <a:p>
            <a:pPr algn="l"/>
            <a:r>
              <a:rPr sz="1500" b="0" i="0">
                <a:solidFill>
                  <a:srgbClr val="0D2547"/>
                </a:solidFill>
                <a:latin typeface="Impact"/>
              </a:rPr>
              <a:t>UN NODO POR CABINA</a:t>
            </a:r>
          </a:p>
        </p:txBody>
      </p:sp>
      <p:sp>
        <p:nvSpPr>
          <p:cNvPr id="1611" name="TextBox 1610"/>
          <p:cNvSpPr txBox="1"/>
          <p:nvPr/>
        </p:nvSpPr>
        <p:spPr>
          <a:xfrm>
            <a:off x="8321040" y="4937760"/>
            <a:ext cx="3154680" cy="1097280"/>
          </a:xfrm>
          <a:prstGeom prst="rect">
            <a:avLst/>
          </a:prstGeom>
          <a:noFill/>
        </p:spPr>
        <p:txBody>
          <a:bodyPr wrap="square" anchor="t" lIns="36576" rIns="36576" tIns="36576" bIns="36576">
            <a:spAutoFit/>
          </a:bodyPr>
          <a:lstStyle/>
          <a:p>
            <a:pPr algn="l">
              <a:lnSpc>
                <a:spcPct val="105000"/>
              </a:lnSpc>
            </a:pPr>
            <a:r>
              <a:rPr sz="1250" b="0" i="0">
                <a:solidFill>
                  <a:srgbClr val="0D2547"/>
                </a:solidFill>
                <a:latin typeface="Noto Sans Symbols"/>
              </a:rPr>
              <a:t>El nodo va en la cabina delantera. El producto lleva uno en cada cabina porque el tren es reversible.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3</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INGENIERÍA DE DETALLE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CICLO DE BARRERA DE ADIF</a:t>
            </a:r>
            <a:endParaRPr b="0" i="0" sz="2200" u="none" cap="none" strike="noStrike">
              <a:solidFill>
                <a:srgbClr val="14C99A"/>
              </a:solidFill>
              <a:latin typeface="Arial"/>
              <a:ea typeface="Arial"/>
              <a:cs typeface="Arial"/>
              <a:sym typeface="Arial"/>
            </a:endParaRPr>
          </a:p>
        </p:txBody>
      </p:sp>
      <p:sp>
        <p:nvSpPr>
          <p:cNvPr id="1582" name="Rectangle 1581"/>
          <p:cNvSpPr/>
          <p:nvPr/>
        </p:nvSpPr>
        <p:spPr>
          <a:xfrm>
            <a:off x="640080" y="1828800"/>
            <a:ext cx="2380297" cy="6858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Noto Sans Symbols"/>
              </a:rPr>
              <a:t>7 s</a:t>
            </a:r>
          </a:p>
        </p:txBody>
      </p:sp>
      <p:sp>
        <p:nvSpPr>
          <p:cNvPr id="1583" name="TextBox 1582"/>
          <p:cNvSpPr txBox="1"/>
          <p:nvPr/>
        </p:nvSpPr>
        <p:spPr>
          <a:xfrm>
            <a:off x="640080" y="1417320"/>
            <a:ext cx="2380297" cy="365760"/>
          </a:xfrm>
          <a:prstGeom prst="rect">
            <a:avLst/>
          </a:prstGeom>
          <a:noFill/>
        </p:spPr>
        <p:txBody>
          <a:bodyPr wrap="square" anchor="ctr" lIns="36576" rIns="36576" tIns="36576" bIns="36576">
            <a:spAutoFit/>
          </a:bodyPr>
          <a:lstStyle/>
          <a:p>
            <a:pPr algn="ctr"/>
            <a:r>
              <a:rPr sz="1100" b="1" i="0">
                <a:solidFill>
                  <a:srgbClr val="E8710A"/>
                </a:solidFill>
                <a:latin typeface="Noto Sans Symbols"/>
              </a:rPr>
              <a:t>FONOLUMINOSA</a:t>
            </a:r>
          </a:p>
        </p:txBody>
      </p:sp>
      <p:sp>
        <p:nvSpPr>
          <p:cNvPr id="1584" name="TextBox 1583"/>
          <p:cNvSpPr txBox="1"/>
          <p:nvPr/>
        </p:nvSpPr>
        <p:spPr>
          <a:xfrm>
            <a:off x="640080" y="2560320"/>
            <a:ext cx="2380297" cy="274320"/>
          </a:xfrm>
          <a:prstGeom prst="rect">
            <a:avLst/>
          </a:prstGeom>
          <a:noFill/>
        </p:spPr>
        <p:txBody>
          <a:bodyPr wrap="square" anchor="t" lIns="36576" rIns="36576" tIns="36576" bIns="36576">
            <a:spAutoFit/>
          </a:bodyPr>
          <a:lstStyle/>
          <a:p>
            <a:pPr algn="ctr"/>
            <a:r>
              <a:rPr sz="1000" b="0" i="0">
                <a:solidFill>
                  <a:srgbClr val="5F6B7A"/>
                </a:solidFill>
                <a:latin typeface="Noto Sans Symbols"/>
              </a:rPr>
              <a:t>luces y campana</a:t>
            </a:r>
          </a:p>
        </p:txBody>
      </p:sp>
      <p:sp>
        <p:nvSpPr>
          <p:cNvPr id="1585" name="Rectangle 1584"/>
          <p:cNvSpPr/>
          <p:nvPr/>
        </p:nvSpPr>
        <p:spPr>
          <a:xfrm>
            <a:off x="3020377" y="1828800"/>
            <a:ext cx="3400425" cy="685800"/>
          </a:xfrm>
          <a:prstGeom prst="rect">
            <a:avLst/>
          </a:prstGeom>
          <a:solidFill>
            <a:srgbClr val="351C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Noto Sans Symbols"/>
              </a:rPr>
              <a:t>10 s</a:t>
            </a:r>
          </a:p>
        </p:txBody>
      </p:sp>
      <p:sp>
        <p:nvSpPr>
          <p:cNvPr id="1586" name="TextBox 1585"/>
          <p:cNvSpPr txBox="1"/>
          <p:nvPr/>
        </p:nvSpPr>
        <p:spPr>
          <a:xfrm>
            <a:off x="3020377" y="1417320"/>
            <a:ext cx="3400425" cy="365760"/>
          </a:xfrm>
          <a:prstGeom prst="rect">
            <a:avLst/>
          </a:prstGeom>
          <a:noFill/>
        </p:spPr>
        <p:txBody>
          <a:bodyPr wrap="square" anchor="ctr" lIns="36576" rIns="36576" tIns="36576" bIns="36576">
            <a:spAutoFit/>
          </a:bodyPr>
          <a:lstStyle/>
          <a:p>
            <a:pPr algn="ctr"/>
            <a:r>
              <a:rPr sz="1100" b="1" i="0">
                <a:solidFill>
                  <a:srgbClr val="351C75"/>
                </a:solidFill>
                <a:latin typeface="Noto Sans Symbols"/>
              </a:rPr>
              <a:t>BAJADA DEL BRAZO</a:t>
            </a:r>
          </a:p>
        </p:txBody>
      </p:sp>
      <p:sp>
        <p:nvSpPr>
          <p:cNvPr id="1587" name="TextBox 1586"/>
          <p:cNvSpPr txBox="1"/>
          <p:nvPr/>
        </p:nvSpPr>
        <p:spPr>
          <a:xfrm>
            <a:off x="3020377" y="2560320"/>
            <a:ext cx="3400425" cy="274320"/>
          </a:xfrm>
          <a:prstGeom prst="rect">
            <a:avLst/>
          </a:prstGeom>
          <a:noFill/>
        </p:spPr>
        <p:txBody>
          <a:bodyPr wrap="square" anchor="t" lIns="36576" rIns="36576" tIns="36576" bIns="36576">
            <a:spAutoFit/>
          </a:bodyPr>
          <a:lstStyle/>
          <a:p>
            <a:pPr algn="ctr"/>
            <a:r>
              <a:rPr sz="1000" b="0" i="0">
                <a:solidFill>
                  <a:srgbClr val="5F6B7A"/>
                </a:solidFill>
                <a:latin typeface="Noto Sans Symbols"/>
              </a:rPr>
              <a:t>5 a 10 s, se usa 10</a:t>
            </a:r>
          </a:p>
        </p:txBody>
      </p:sp>
      <p:sp>
        <p:nvSpPr>
          <p:cNvPr id="1588" name="Rectangle 1587"/>
          <p:cNvSpPr/>
          <p:nvPr/>
        </p:nvSpPr>
        <p:spPr>
          <a:xfrm>
            <a:off x="6420802" y="1828800"/>
            <a:ext cx="4760595" cy="685800"/>
          </a:xfrm>
          <a:prstGeom prst="rect">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Noto Sans Symbols"/>
              </a:rPr>
              <a:t>14 s</a:t>
            </a:r>
          </a:p>
        </p:txBody>
      </p:sp>
      <p:sp>
        <p:nvSpPr>
          <p:cNvPr id="1589" name="TextBox 1588"/>
          <p:cNvSpPr txBox="1"/>
          <p:nvPr/>
        </p:nvSpPr>
        <p:spPr>
          <a:xfrm>
            <a:off x="6420802" y="1417320"/>
            <a:ext cx="4760595" cy="365760"/>
          </a:xfrm>
          <a:prstGeom prst="rect">
            <a:avLst/>
          </a:prstGeom>
          <a:noFill/>
        </p:spPr>
        <p:txBody>
          <a:bodyPr wrap="square" anchor="ctr" lIns="36576" rIns="36576" tIns="36576" bIns="36576">
            <a:spAutoFit/>
          </a:bodyPr>
          <a:lstStyle/>
          <a:p>
            <a:pPr algn="ctr"/>
            <a:r>
              <a:rPr sz="1100" b="1" i="0">
                <a:solidFill>
                  <a:srgbClr val="107439"/>
                </a:solidFill>
                <a:latin typeface="Noto Sans Symbols"/>
              </a:rPr>
              <a:t>DESPEJAMIENTO</a:t>
            </a:r>
          </a:p>
        </p:txBody>
      </p:sp>
      <p:sp>
        <p:nvSpPr>
          <p:cNvPr id="1590" name="TextBox 1589"/>
          <p:cNvSpPr txBox="1"/>
          <p:nvPr/>
        </p:nvSpPr>
        <p:spPr>
          <a:xfrm>
            <a:off x="6420802" y="2560320"/>
            <a:ext cx="4760595" cy="274320"/>
          </a:xfrm>
          <a:prstGeom prst="rect">
            <a:avLst/>
          </a:prstGeom>
          <a:noFill/>
        </p:spPr>
        <p:txBody>
          <a:bodyPr wrap="square" anchor="t" lIns="36576" rIns="36576" tIns="36576" bIns="36576">
            <a:spAutoFit/>
          </a:bodyPr>
          <a:lstStyle/>
          <a:p>
            <a:pPr algn="ctr"/>
            <a:r>
              <a:rPr sz="1000" b="0" i="0">
                <a:solidFill>
                  <a:srgbClr val="5F6B7A"/>
                </a:solidFill>
                <a:latin typeface="Noto Sans Symbols"/>
              </a:rPr>
              <a:t>brazo abajo hasta el tren</a:t>
            </a:r>
          </a:p>
        </p:txBody>
      </p:sp>
      <p:sp>
        <p:nvSpPr>
          <p:cNvPr id="1591" name="Rectangle 1590"/>
          <p:cNvSpPr/>
          <p:nvPr/>
        </p:nvSpPr>
        <p:spPr>
          <a:xfrm>
            <a:off x="11181397" y="1828800"/>
            <a:ext cx="340042" cy="685800"/>
          </a:xfrm>
          <a:prstGeom prst="rect">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600" b="1" i="0">
                <a:solidFill>
                  <a:srgbClr val="FFFFFF"/>
                </a:solidFill>
                <a:latin typeface="Noto Sans Symbols"/>
              </a:rPr>
              <a:t>1</a:t>
            </a:r>
          </a:p>
        </p:txBody>
      </p:sp>
      <p:sp>
        <p:nvSpPr>
          <p:cNvPr id="1592" name="TextBox 1591"/>
          <p:cNvSpPr txBox="1"/>
          <p:nvPr/>
        </p:nvSpPr>
        <p:spPr>
          <a:xfrm>
            <a:off x="10058399" y="1417320"/>
            <a:ext cx="1463040" cy="365760"/>
          </a:xfrm>
          <a:prstGeom prst="rect">
            <a:avLst/>
          </a:prstGeom>
          <a:noFill/>
        </p:spPr>
        <p:txBody>
          <a:bodyPr wrap="square" anchor="ctr" lIns="36576" rIns="36576" tIns="36576" bIns="36576">
            <a:spAutoFit/>
          </a:bodyPr>
          <a:lstStyle/>
          <a:p>
            <a:pPr algn="r"/>
            <a:r>
              <a:rPr sz="1100" b="1" i="0">
                <a:solidFill>
                  <a:srgbClr val="14C99A"/>
                </a:solidFill>
                <a:latin typeface="Noto Sans Symbols"/>
              </a:rPr>
              <a:t>MARGEN PANDA</a:t>
            </a:r>
          </a:p>
        </p:txBody>
      </p:sp>
      <p:pic>
        <p:nvPicPr>
          <p:cNvPr id="1593" name="Picture 1592" descr="train_red.png"/>
          <p:cNvPicPr>
            <a:picLocks noChangeAspect="1"/>
          </p:cNvPicPr>
          <p:nvPr/>
        </p:nvPicPr>
        <p:blipFill>
          <a:blip r:embed="rId4"/>
          <a:stretch>
            <a:fillRect/>
          </a:stretch>
        </p:blipFill>
        <p:spPr>
          <a:xfrm>
            <a:off x="11539727" y="1874519"/>
            <a:ext cx="548640" cy="548640"/>
          </a:xfrm>
          <a:prstGeom prst="rect">
            <a:avLst/>
          </a:prstGeom>
        </p:spPr>
      </p:pic>
      <p:cxnSp>
        <p:nvCxnSpPr>
          <p:cNvPr id="1594" name="Connector 1593"/>
          <p:cNvCxnSpPr/>
          <p:nvPr/>
        </p:nvCxnSpPr>
        <p:spPr>
          <a:xfrm>
            <a:off x="640080" y="3017520"/>
            <a:ext cx="10881359" cy="0"/>
          </a:xfrm>
          <a:prstGeom prst="line">
            <a:avLst/>
          </a:prstGeom>
          <a:ln w="15875">
            <a:solidFill>
              <a:srgbClr val="0D2547"/>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1595" name="TextBox 1594"/>
          <p:cNvSpPr txBox="1"/>
          <p:nvPr/>
        </p:nvSpPr>
        <p:spPr>
          <a:xfrm>
            <a:off x="640080" y="3063240"/>
            <a:ext cx="10881359" cy="365760"/>
          </a:xfrm>
          <a:prstGeom prst="rect">
            <a:avLst/>
          </a:prstGeom>
          <a:noFill/>
        </p:spPr>
        <p:txBody>
          <a:bodyPr wrap="square" anchor="t" lIns="36576" rIns="36576" tIns="36576" bIns="36576">
            <a:spAutoFit/>
          </a:bodyPr>
          <a:lstStyle/>
          <a:p>
            <a:pPr algn="ctr"/>
            <a:r>
              <a:rPr sz="1300" b="0" i="0">
                <a:solidFill>
                  <a:srgbClr val="0D2547"/>
                </a:solidFill>
                <a:latin typeface="Noto Sans Symbols"/>
              </a:rPr>
              <a:t>31 s de ADIF + 1 s de PANDA = </a:t>
            </a:r>
            <a:r>
              <a:rPr sz="1300" b="1" i="0">
                <a:solidFill>
                  <a:srgbClr val="0D2547"/>
                </a:solidFill>
                <a:latin typeface="Noto Sans Symbols"/>
              </a:rPr>
              <a:t>32 s antes de que llegue el tren</a:t>
            </a:r>
          </a:p>
        </p:txBody>
      </p:sp>
      <p:sp>
        <p:nvSpPr>
          <p:cNvPr id="1596" name="Rounded Rectangle 1595"/>
          <p:cNvSpPr/>
          <p:nvPr/>
        </p:nvSpPr>
        <p:spPr>
          <a:xfrm>
            <a:off x="640080" y="3703320"/>
            <a:ext cx="3520440" cy="251460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7" name="TextBox 1596"/>
          <p:cNvSpPr txBox="1"/>
          <p:nvPr/>
        </p:nvSpPr>
        <p:spPr>
          <a:xfrm>
            <a:off x="822959" y="3813048"/>
            <a:ext cx="315468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SECTOR DE OPERACIÓN</a:t>
            </a:r>
          </a:p>
        </p:txBody>
      </p:sp>
      <p:cxnSp>
        <p:nvCxnSpPr>
          <p:cNvPr id="1598" name="Connector 1597"/>
          <p:cNvCxnSpPr/>
          <p:nvPr/>
        </p:nvCxnSpPr>
        <p:spPr>
          <a:xfrm>
            <a:off x="868680" y="4233672"/>
            <a:ext cx="306324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99" name="TextBox 1598"/>
          <p:cNvSpPr txBox="1"/>
          <p:nvPr/>
        </p:nvSpPr>
        <p:spPr>
          <a:xfrm>
            <a:off x="868680" y="4343400"/>
            <a:ext cx="3063240" cy="1783080"/>
          </a:xfrm>
          <a:prstGeom prst="rect">
            <a:avLst/>
          </a:prstGeom>
          <a:noFill/>
        </p:spPr>
        <p:txBody>
          <a:bodyPr wrap="square" anchor="t" lIns="36576" rIns="36576" tIns="36576" bIns="36576">
            <a:spAutoFit/>
          </a:bodyPr>
          <a:lstStyle/>
          <a:p>
            <a:pPr algn="l">
              <a:spcAft>
                <a:spcPts val="400"/>
              </a:spcAft>
            </a:pPr>
            <a:r>
              <a:rPr sz="1250" b="1" i="0">
                <a:solidFill>
                  <a:srgbClr val="14C99A"/>
                </a:solidFill>
                <a:latin typeface="Noto Sans Symbols"/>
              </a:rPr>
              <a:t>Anexo XII, punto 19: </a:t>
            </a:r>
            <a:r>
              <a:rPr sz="1250" b="0" i="0">
                <a:solidFill>
                  <a:srgbClr val="FFFFFF"/>
                </a:solidFill>
                <a:latin typeface="Noto Sans Symbols"/>
              </a:rPr>
              <a:t>se dimensiona para el tren más rápido, adoptando 120 km/h.</a:t>
            </a:r>
          </a:p>
          <a:p>
            <a:pPr algn="l">
              <a:spcAft>
                <a:spcPts val="400"/>
              </a:spcAft>
            </a:pPr>
            <a:r>
              <a:rPr sz="1700" b="1" i="0">
                <a:solidFill>
                  <a:srgbClr val="FFFFFF"/>
                </a:solidFill>
                <a:latin typeface="Noto Sans Symbols"/>
              </a:rPr>
              <a:t>31 s × 33,3 m/s = 1033 m</a:t>
            </a:r>
          </a:p>
          <a:p>
            <a:pPr algn="l">
              <a:spcAft>
                <a:spcPts val="400"/>
              </a:spcAft>
            </a:pPr>
            <a:r>
              <a:rPr sz="1250" b="0" i="0">
                <a:solidFill>
                  <a:srgbClr val="FFFFFF"/>
                </a:solidFill>
                <a:latin typeface="Noto Sans Symbols"/>
              </a:rPr>
              <a:t>Ese circuito arranca el ciclo sin importar la velocidad real del tren.</a:t>
            </a:r>
          </a:p>
        </p:txBody>
      </p:sp>
      <p:sp>
        <p:nvSpPr>
          <p:cNvPr id="1600" name="Rounded Rectangle 1599"/>
          <p:cNvSpPr/>
          <p:nvPr/>
        </p:nvSpPr>
        <p:spPr>
          <a:xfrm>
            <a:off x="4343400" y="3703320"/>
            <a:ext cx="3520440" cy="251460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1" name="TextBox 1600"/>
          <p:cNvSpPr txBox="1"/>
          <p:nvPr/>
        </p:nvSpPr>
        <p:spPr>
          <a:xfrm>
            <a:off x="4526280" y="3813048"/>
            <a:ext cx="315468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LO QUE PASA HOY</a:t>
            </a:r>
          </a:p>
        </p:txBody>
      </p:sp>
      <p:cxnSp>
        <p:nvCxnSpPr>
          <p:cNvPr id="1602" name="Connector 1601"/>
          <p:cNvCxnSpPr/>
          <p:nvPr/>
        </p:nvCxnSpPr>
        <p:spPr>
          <a:xfrm>
            <a:off x="4572000" y="4233672"/>
            <a:ext cx="306324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603" name="TextBox 1602"/>
          <p:cNvSpPr txBox="1"/>
          <p:nvPr/>
        </p:nvSpPr>
        <p:spPr>
          <a:xfrm>
            <a:off x="4572000" y="4343400"/>
            <a:ext cx="3063240" cy="1783080"/>
          </a:xfrm>
          <a:prstGeom prst="rect">
            <a:avLst/>
          </a:prstGeom>
          <a:noFill/>
        </p:spPr>
        <p:txBody>
          <a:bodyPr wrap="square" anchor="t" lIns="36576" rIns="36576" tIns="36576" bIns="36576">
            <a:spAutoFit/>
          </a:bodyPr>
          <a:lstStyle/>
          <a:p>
            <a:pPr algn="l">
              <a:spcAft>
                <a:spcPts val="400"/>
              </a:spcAft>
            </a:pPr>
            <a:r>
              <a:rPr sz="1250" b="0" i="0">
                <a:solidFill>
                  <a:srgbClr val="FFFFFF"/>
                </a:solidFill>
                <a:latin typeface="Noto Sans Symbols"/>
              </a:rPr>
              <a:t>Un tren a 40 km/h entra al circuito a 1033 m:</a:t>
            </a:r>
          </a:p>
          <a:p>
            <a:pPr algn="l">
              <a:spcAft>
                <a:spcPts val="400"/>
              </a:spcAft>
            </a:pPr>
            <a:r>
              <a:rPr sz="1700" b="1" i="0">
                <a:solidFill>
                  <a:srgbClr val="FFFFFF"/>
                </a:solidFill>
                <a:latin typeface="Noto Sans Symbols"/>
              </a:rPr>
              <a:t>1033 m / 11,1 m/s = 93 s</a:t>
            </a:r>
          </a:p>
          <a:p>
            <a:pPr algn="l">
              <a:spcAft>
                <a:spcPts val="400"/>
              </a:spcAft>
            </a:pPr>
            <a:r>
              <a:rPr sz="1250" b="0" i="0">
                <a:solidFill>
                  <a:srgbClr val="FFFFFF"/>
                </a:solidFill>
                <a:latin typeface="Noto Sans Symbols"/>
              </a:rPr>
              <a:t>de barrera baja, contra los 31 s que necesita el ciclo. Esa es la ineficiencia.</a:t>
            </a:r>
          </a:p>
        </p:txBody>
      </p:sp>
      <p:graphicFrame>
        <p:nvGraphicFramePr>
          <p:cNvPr id="1604" name="Table 1603"/>
          <p:cNvGraphicFramePr>
            <a:graphicFrameLocks noGrp="1"/>
          </p:cNvGraphicFramePr>
          <p:nvPr/>
        </p:nvGraphicFramePr>
        <p:xfrm>
          <a:off x="8046720" y="3703320"/>
          <a:ext cx="3520440" cy="1828800"/>
        </p:xfrm>
        <a:graphic>
          <a:graphicData uri="http://schemas.openxmlformats.org/drawingml/2006/table">
            <a:tbl>
              <a:tblPr firstRow="0" bandRow="0"/>
              <a:tblGrid>
                <a:gridCol w="2103120"/>
                <a:gridCol w="1417320"/>
              </a:tblGrid>
              <a:tr h="457200">
                <a:tc>
                  <a:txBody>
                    <a:bodyPr wrap="square"/>
                    <a:lstStyle/>
                    <a:p>
                      <a:pPr algn="ctr"/>
                      <a:r>
                        <a:rPr sz="1050" b="1" i="0">
                          <a:solidFill>
                            <a:srgbClr val="FFFFFF"/>
                          </a:solidFill>
                          <a:latin typeface="Noto Sans Symbols"/>
                        </a:rPr>
                        <a:t>Separación entre rieles extremos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050" b="1" i="0">
                          <a:solidFill>
                            <a:srgbClr val="FFFFFF"/>
                          </a:solidFill>
                          <a:latin typeface="Noto Sans Symbols"/>
                        </a:rPr>
                        <a:t>Despejamiento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457200">
                <a:tc>
                  <a:txBody>
                    <a:bodyPr wrap="square"/>
                    <a:lstStyle/>
                    <a:p>
                      <a:pPr algn="ctr"/>
                      <a:r>
                        <a:rPr sz="1100" b="1" i="0">
                          <a:solidFill>
                            <a:srgbClr val="0D2547"/>
                          </a:solidFill>
                          <a:latin typeface="Noto Sans Symbols"/>
                        </a:rPr>
                        <a:t>hasta 5 m (vía simple)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100" b="0" i="0">
                          <a:solidFill>
                            <a:srgbClr val="0D2547"/>
                          </a:solidFill>
                          <a:latin typeface="Noto Sans Symbols"/>
                        </a:rPr>
                        <a:t>12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ctr"/>
                      <a:r>
                        <a:rPr sz="1100" b="1" i="0">
                          <a:solidFill>
                            <a:srgbClr val="0D2547"/>
                          </a:solidFill>
                          <a:latin typeface="Noto Sans Symbols"/>
                        </a:rPr>
                        <a:t>5 a 10 m (vía doble)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100" b="0" i="0">
                          <a:solidFill>
                            <a:srgbClr val="0D2547"/>
                          </a:solidFill>
                          <a:latin typeface="Noto Sans Symbols"/>
                        </a:rPr>
                        <a:t>14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ctr"/>
                      <a:r>
                        <a:rPr sz="1100" b="1" i="0">
                          <a:solidFill>
                            <a:srgbClr val="0D2547"/>
                          </a:solidFill>
                          <a:latin typeface="Noto Sans Symbols"/>
                        </a:rPr>
                        <a:t>10 a 15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100" b="0" i="0">
                          <a:solidFill>
                            <a:srgbClr val="0D2547"/>
                          </a:solidFill>
                          <a:latin typeface="Noto Sans Symbols"/>
                        </a:rPr>
                        <a:t>16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605" name="TextBox 1604"/>
          <p:cNvSpPr txBox="1"/>
          <p:nvPr/>
        </p:nvSpPr>
        <p:spPr>
          <a:xfrm>
            <a:off x="8046720" y="5623560"/>
            <a:ext cx="3520440" cy="640080"/>
          </a:xfrm>
          <a:prstGeom prst="rect">
            <a:avLst/>
          </a:prstGeom>
          <a:noFill/>
        </p:spPr>
        <p:txBody>
          <a:bodyPr wrap="square" anchor="t" lIns="36576" rIns="36576" tIns="36576" bIns="36576">
            <a:spAutoFit/>
          </a:bodyPr>
          <a:lstStyle/>
          <a:p>
            <a:pPr algn="l"/>
            <a:r>
              <a:rPr sz="950" b="1" i="0">
                <a:solidFill>
                  <a:srgbClr val="C0504D"/>
                </a:solidFill>
                <a:latin typeface="Noto Sans Symbols"/>
              </a:rPr>
              <a:t>Corrección frente al Hito 2: los 12 s de la Tabla I son solo el despejamiento, no el ciclo completo.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4</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INGENIERÍA DE DETALLE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PANDA COMO SISTEMA PRINCIPAL</a:t>
            </a:r>
            <a:endParaRPr b="0" i="0" sz="2200" u="none" cap="none" strike="noStrike">
              <a:solidFill>
                <a:srgbClr val="14C99A"/>
              </a:solidFill>
              <a:latin typeface="Arial"/>
              <a:ea typeface="Arial"/>
              <a:cs typeface="Arial"/>
              <a:sym typeface="Arial"/>
            </a:endParaRPr>
          </a:p>
        </p:txBody>
      </p:sp>
      <p:sp>
        <p:nvSpPr>
          <p:cNvPr id="1582" name="Oval 1581"/>
          <p:cNvSpPr/>
          <p:nvPr/>
        </p:nvSpPr>
        <p:spPr>
          <a:xfrm>
            <a:off x="548640" y="1371600"/>
            <a:ext cx="777240" cy="777240"/>
          </a:xfrm>
          <a:prstGeom prst="ellipse">
            <a:avLst/>
          </a:prstGeom>
          <a:solidFill>
            <a:srgbClr val="F8E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583" name="Picture 1582" descr="train_red.png"/>
          <p:cNvPicPr>
            <a:picLocks noChangeAspect="1"/>
          </p:cNvPicPr>
          <p:nvPr/>
        </p:nvPicPr>
        <p:blipFill>
          <a:blip r:embed="rId4"/>
          <a:stretch>
            <a:fillRect/>
          </a:stretch>
        </p:blipFill>
        <p:spPr>
          <a:xfrm>
            <a:off x="719632" y="1542592"/>
            <a:ext cx="435254" cy="435254"/>
          </a:xfrm>
          <a:prstGeom prst="rect">
            <a:avLst/>
          </a:prstGeom>
        </p:spPr>
      </p:pic>
      <p:sp>
        <p:nvSpPr>
          <p:cNvPr id="1584" name="TextBox 1583"/>
          <p:cNvSpPr txBox="1"/>
          <p:nvPr/>
        </p:nvSpPr>
        <p:spPr>
          <a:xfrm>
            <a:off x="274320" y="2176272"/>
            <a:ext cx="1325880" cy="320040"/>
          </a:xfrm>
          <a:prstGeom prst="rect">
            <a:avLst/>
          </a:prstGeom>
          <a:noFill/>
        </p:spPr>
        <p:txBody>
          <a:bodyPr wrap="square" anchor="t" lIns="36576" rIns="36576" tIns="36576" bIns="36576">
            <a:spAutoFit/>
          </a:bodyPr>
          <a:lstStyle/>
          <a:p>
            <a:pPr algn="ctr"/>
            <a:r>
              <a:rPr sz="1150" b="1" i="0">
                <a:solidFill>
                  <a:srgbClr val="E30D0E"/>
                </a:solidFill>
                <a:latin typeface="Noto Sans Symbols"/>
              </a:rPr>
              <a:t>NODO TREN</a:t>
            </a:r>
          </a:p>
        </p:txBody>
      </p:sp>
      <p:cxnSp>
        <p:nvCxnSpPr>
          <p:cNvPr id="1585" name="Connector 1584"/>
          <p:cNvCxnSpPr/>
          <p:nvPr/>
        </p:nvCxnSpPr>
        <p:spPr>
          <a:xfrm>
            <a:off x="1371600" y="1755648"/>
            <a:ext cx="1143000" cy="0"/>
          </a:xfrm>
          <a:prstGeom prst="line">
            <a:avLst/>
          </a:prstGeom>
          <a:ln w="15875">
            <a:solidFill>
              <a:srgbClr val="E30D0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586" name="TextBox 1585"/>
          <p:cNvSpPr txBox="1"/>
          <p:nvPr/>
        </p:nvSpPr>
        <p:spPr>
          <a:xfrm>
            <a:off x="1325880" y="1371600"/>
            <a:ext cx="1234440" cy="320040"/>
          </a:xfrm>
          <a:prstGeom prst="rect">
            <a:avLst/>
          </a:prstGeom>
          <a:noFill/>
        </p:spPr>
        <p:txBody>
          <a:bodyPr wrap="square" anchor="t" lIns="36576" rIns="36576" tIns="36576" bIns="36576">
            <a:spAutoFit/>
          </a:bodyPr>
          <a:lstStyle/>
          <a:p>
            <a:pPr algn="ctr"/>
            <a:r>
              <a:rPr sz="950" b="0" i="0">
                <a:solidFill>
                  <a:srgbClr val="E30D0E"/>
                </a:solidFill>
                <a:latin typeface="Noto Sans Symbols"/>
              </a:rPr>
              <a:t>LoRa / UHF</a:t>
            </a:r>
          </a:p>
        </p:txBody>
      </p:sp>
      <p:sp>
        <p:nvSpPr>
          <p:cNvPr id="1587" name="Rounded Rectangle 1586"/>
          <p:cNvSpPr/>
          <p:nvPr/>
        </p:nvSpPr>
        <p:spPr>
          <a:xfrm>
            <a:off x="2514600" y="1325880"/>
            <a:ext cx="2377440" cy="1097280"/>
          </a:xfrm>
          <a:prstGeom prst="roundRect">
            <a:avLst>
              <a:gd name="adj" fmla="val 8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2600" b="0" i="0">
                <a:solidFill>
                  <a:srgbClr val="FFFFFF"/>
                </a:solidFill>
                <a:latin typeface="Impact"/>
              </a:rPr>
              <a:t>PANDA</a:t>
            </a:r>
          </a:p>
          <a:p>
            <a:pPr algn="ctr"/>
            <a:r>
              <a:rPr sz="1100" b="0" i="0">
                <a:solidFill>
                  <a:srgbClr val="FFFFFF"/>
                </a:solidFill>
                <a:latin typeface="Noto Sans Symbols"/>
              </a:rPr>
              <a:t>nodo cruce</a:t>
            </a:r>
          </a:p>
        </p:txBody>
      </p:sp>
      <p:cxnSp>
        <p:nvCxnSpPr>
          <p:cNvPr id="1588" name="Connector 1587"/>
          <p:cNvCxnSpPr/>
          <p:nvPr/>
        </p:nvCxnSpPr>
        <p:spPr>
          <a:xfrm>
            <a:off x="3246120" y="2423160"/>
            <a:ext cx="0" cy="1005840"/>
          </a:xfrm>
          <a:prstGeom prst="line">
            <a:avLst/>
          </a:prstGeom>
          <a:ln w="19050">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89" name="Connector 1588"/>
          <p:cNvCxnSpPr/>
          <p:nvPr/>
        </p:nvCxnSpPr>
        <p:spPr>
          <a:xfrm>
            <a:off x="4160520" y="2423160"/>
            <a:ext cx="0" cy="1005840"/>
          </a:xfrm>
          <a:prstGeom prst="line">
            <a:avLst/>
          </a:prstGeom>
          <a:ln w="19050">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0" name="TextBox 1589"/>
          <p:cNvSpPr txBox="1"/>
          <p:nvPr/>
        </p:nvSpPr>
        <p:spPr>
          <a:xfrm>
            <a:off x="2011680" y="2743200"/>
            <a:ext cx="1188720" cy="320040"/>
          </a:xfrm>
          <a:prstGeom prst="rect">
            <a:avLst/>
          </a:prstGeom>
          <a:noFill/>
        </p:spPr>
        <p:txBody>
          <a:bodyPr wrap="square" anchor="t" lIns="36576" rIns="36576" tIns="36576" bIns="36576">
            <a:spAutoFit/>
          </a:bodyPr>
          <a:lstStyle/>
          <a:p>
            <a:pPr algn="r"/>
            <a:r>
              <a:rPr sz="1000" b="1" i="0">
                <a:solidFill>
                  <a:srgbClr val="0D2547"/>
                </a:solidFill>
                <a:latin typeface="Noto Sans Symbols"/>
              </a:rPr>
              <a:t>PANDA libre</a:t>
            </a:r>
          </a:p>
        </p:txBody>
      </p:sp>
      <p:sp>
        <p:nvSpPr>
          <p:cNvPr id="1591" name="TextBox 1590"/>
          <p:cNvSpPr txBox="1"/>
          <p:nvPr/>
        </p:nvSpPr>
        <p:spPr>
          <a:xfrm>
            <a:off x="4206240" y="2743200"/>
            <a:ext cx="1554480" cy="320040"/>
          </a:xfrm>
          <a:prstGeom prst="rect">
            <a:avLst/>
          </a:prstGeom>
          <a:noFill/>
        </p:spPr>
        <p:txBody>
          <a:bodyPr wrap="square" anchor="t" lIns="36576" rIns="36576" tIns="36576" bIns="36576">
            <a:spAutoFit/>
          </a:bodyPr>
          <a:lstStyle/>
          <a:p>
            <a:pPr algn="l"/>
            <a:r>
              <a:rPr sz="1000" b="1" i="0">
                <a:solidFill>
                  <a:srgbClr val="0D2547"/>
                </a:solidFill>
                <a:latin typeface="Noto Sans Symbols"/>
              </a:rPr>
              <a:t>PANDA operativo</a:t>
            </a:r>
          </a:p>
        </p:txBody>
      </p:sp>
      <p:sp>
        <p:nvSpPr>
          <p:cNvPr id="1592" name="Rounded Rectangle 1591"/>
          <p:cNvSpPr/>
          <p:nvPr/>
        </p:nvSpPr>
        <p:spPr>
          <a:xfrm>
            <a:off x="2514600" y="3429000"/>
            <a:ext cx="2377440" cy="960120"/>
          </a:xfrm>
          <a:prstGeom prst="roundRect">
            <a:avLst>
              <a:gd name="adj" fmla="val 8000"/>
            </a:avLst>
          </a:prstGeom>
          <a:solidFill>
            <a:srgbClr val="FFFFFF"/>
          </a:solidFill>
          <a:ln w="1905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50" b="1" i="0">
                <a:solidFill>
                  <a:srgbClr val="0D2547"/>
                </a:solidFill>
                <a:latin typeface="Noto Sans Symbols"/>
              </a:rPr>
              <a:t>CONTROLADOR DE BARRERA</a:t>
            </a:r>
          </a:p>
          <a:p>
            <a:pPr algn="ctr"/>
            <a:r>
              <a:rPr sz="1000" b="0" i="0">
                <a:solidFill>
                  <a:srgbClr val="5F6B7A"/>
                </a:solidFill>
                <a:latin typeface="Noto Sans Symbols"/>
              </a:rPr>
              <a:t>existente</a:t>
            </a:r>
          </a:p>
        </p:txBody>
      </p:sp>
      <p:sp>
        <p:nvSpPr>
          <p:cNvPr id="1593" name="Oval 1592"/>
          <p:cNvSpPr/>
          <p:nvPr/>
        </p:nvSpPr>
        <p:spPr>
          <a:xfrm>
            <a:off x="548640" y="3520440"/>
            <a:ext cx="777240" cy="777240"/>
          </a:xfrm>
          <a:prstGeom prst="ellipse">
            <a:avLst/>
          </a:prstGeom>
          <a:solidFill>
            <a:srgbClr val="DFF1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594" name="Picture 1593" descr="rail_green.png"/>
          <p:cNvPicPr>
            <a:picLocks noChangeAspect="1"/>
          </p:cNvPicPr>
          <p:nvPr/>
        </p:nvPicPr>
        <p:blipFill>
          <a:blip r:embed="rId5"/>
          <a:stretch>
            <a:fillRect/>
          </a:stretch>
        </p:blipFill>
        <p:spPr>
          <a:xfrm>
            <a:off x="719632" y="3691432"/>
            <a:ext cx="435254" cy="435254"/>
          </a:xfrm>
          <a:prstGeom prst="rect">
            <a:avLst/>
          </a:prstGeom>
        </p:spPr>
      </p:pic>
      <p:sp>
        <p:nvSpPr>
          <p:cNvPr id="1595" name="TextBox 1594"/>
          <p:cNvSpPr txBox="1"/>
          <p:nvPr/>
        </p:nvSpPr>
        <p:spPr>
          <a:xfrm>
            <a:off x="137160" y="4325112"/>
            <a:ext cx="1600200" cy="320040"/>
          </a:xfrm>
          <a:prstGeom prst="rect">
            <a:avLst/>
          </a:prstGeom>
          <a:noFill/>
        </p:spPr>
        <p:txBody>
          <a:bodyPr wrap="square" anchor="t" lIns="36576" rIns="36576" tIns="36576" bIns="36576">
            <a:spAutoFit/>
          </a:bodyPr>
          <a:lstStyle/>
          <a:p>
            <a:pPr algn="ctr"/>
            <a:r>
              <a:rPr sz="1150" b="1" i="0">
                <a:solidFill>
                  <a:srgbClr val="107439"/>
                </a:solidFill>
                <a:latin typeface="Noto Sans Symbols"/>
              </a:rPr>
              <a:t>CIRCUITO DE VÍA</a:t>
            </a:r>
          </a:p>
        </p:txBody>
      </p:sp>
      <p:cxnSp>
        <p:nvCxnSpPr>
          <p:cNvPr id="1596" name="Connector 1595"/>
          <p:cNvCxnSpPr/>
          <p:nvPr/>
        </p:nvCxnSpPr>
        <p:spPr>
          <a:xfrm>
            <a:off x="1371600" y="3904487"/>
            <a:ext cx="1143000" cy="0"/>
          </a:xfrm>
          <a:prstGeom prst="line">
            <a:avLst/>
          </a:prstGeom>
          <a:ln w="19050">
            <a:solidFill>
              <a:srgbClr val="10743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97" name="Connector 1596"/>
          <p:cNvCxnSpPr/>
          <p:nvPr/>
        </p:nvCxnSpPr>
        <p:spPr>
          <a:xfrm flipV="1">
            <a:off x="1920240" y="2240280"/>
            <a:ext cx="0" cy="1664207"/>
          </a:xfrm>
          <a:prstGeom prst="line">
            <a:avLst/>
          </a:prstGeom>
          <a:ln w="15875">
            <a:solidFill>
              <a:srgbClr val="107439"/>
            </a:solidFill>
            <a:prstDash val="dash"/>
          </a:ln>
        </p:spPr>
        <p:style>
          <a:lnRef idx="2">
            <a:schemeClr val="accent1"/>
          </a:lnRef>
          <a:fillRef idx="0">
            <a:schemeClr val="accent1"/>
          </a:fillRef>
          <a:effectRef idx="1">
            <a:schemeClr val="accent1"/>
          </a:effectRef>
          <a:fontRef idx="minor">
            <a:schemeClr val="tx1"/>
          </a:fontRef>
        </p:style>
      </p:cxnSp>
      <p:cxnSp>
        <p:nvCxnSpPr>
          <p:cNvPr id="1598" name="Connector 1597"/>
          <p:cNvCxnSpPr/>
          <p:nvPr/>
        </p:nvCxnSpPr>
        <p:spPr>
          <a:xfrm>
            <a:off x="1920240" y="2240280"/>
            <a:ext cx="594360" cy="0"/>
          </a:xfrm>
          <a:prstGeom prst="line">
            <a:avLst/>
          </a:prstGeom>
          <a:ln w="15875">
            <a:solidFill>
              <a:srgbClr val="10743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599" name="Connector 1598"/>
          <p:cNvCxnSpPr/>
          <p:nvPr/>
        </p:nvCxnSpPr>
        <p:spPr>
          <a:xfrm>
            <a:off x="3703320" y="4389120"/>
            <a:ext cx="0" cy="457200"/>
          </a:xfrm>
          <a:prstGeom prst="line">
            <a:avLst/>
          </a:prstGeom>
          <a:ln w="19050">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600" name="Picture 1599" descr="barrier_navy.png"/>
          <p:cNvPicPr>
            <a:picLocks noChangeAspect="1"/>
          </p:cNvPicPr>
          <p:nvPr/>
        </p:nvPicPr>
        <p:blipFill>
          <a:blip r:embed="rId6"/>
          <a:stretch>
            <a:fillRect/>
          </a:stretch>
        </p:blipFill>
        <p:spPr>
          <a:xfrm>
            <a:off x="3383280" y="4846320"/>
            <a:ext cx="640080" cy="640080"/>
          </a:xfrm>
          <a:prstGeom prst="rect">
            <a:avLst/>
          </a:prstGeom>
        </p:spPr>
      </p:pic>
      <p:sp>
        <p:nvSpPr>
          <p:cNvPr id="1601" name="TextBox 1600"/>
          <p:cNvSpPr txBox="1"/>
          <p:nvPr/>
        </p:nvSpPr>
        <p:spPr>
          <a:xfrm>
            <a:off x="4114800" y="4983480"/>
            <a:ext cx="1371600" cy="365760"/>
          </a:xfrm>
          <a:prstGeom prst="rect">
            <a:avLst/>
          </a:prstGeom>
          <a:noFill/>
        </p:spPr>
        <p:txBody>
          <a:bodyPr wrap="square" anchor="t" lIns="36576" rIns="36576" tIns="36576" bIns="36576">
            <a:spAutoFit/>
          </a:bodyPr>
          <a:lstStyle/>
          <a:p>
            <a:pPr algn="l"/>
            <a:r>
              <a:rPr sz="1200" b="1" i="0">
                <a:solidFill>
                  <a:srgbClr val="0D2547"/>
                </a:solidFill>
                <a:latin typeface="Noto Sans Symbols"/>
              </a:rPr>
              <a:t>BARRERA</a:t>
            </a:r>
          </a:p>
        </p:txBody>
      </p:sp>
      <p:sp>
        <p:nvSpPr>
          <p:cNvPr id="1602" name="TextBox 1601"/>
          <p:cNvSpPr txBox="1"/>
          <p:nvPr/>
        </p:nvSpPr>
        <p:spPr>
          <a:xfrm>
            <a:off x="274320" y="4846320"/>
            <a:ext cx="2286000" cy="548640"/>
          </a:xfrm>
          <a:prstGeom prst="rect">
            <a:avLst/>
          </a:prstGeom>
          <a:noFill/>
        </p:spPr>
        <p:txBody>
          <a:bodyPr wrap="square" anchor="t" lIns="36576" rIns="36576" tIns="36576" bIns="36576">
            <a:spAutoFit/>
          </a:bodyPr>
          <a:lstStyle/>
          <a:p>
            <a:pPr algn="l"/>
            <a:r>
              <a:rPr sz="950" b="0" i="0">
                <a:solidFill>
                  <a:srgbClr val="107439"/>
                </a:solidFill>
                <a:latin typeface="Noto Sans Symbols"/>
              </a:rPr>
              <a:t>PANDA lee el circuito para la atribución</a:t>
            </a:r>
          </a:p>
        </p:txBody>
      </p:sp>
      <p:sp>
        <p:nvSpPr>
          <p:cNvPr id="1603" name="Rectangle 1602"/>
          <p:cNvSpPr/>
          <p:nvPr/>
        </p:nvSpPr>
        <p:spPr>
          <a:xfrm>
            <a:off x="411480" y="5715000"/>
            <a:ext cx="5394960" cy="548640"/>
          </a:xfrm>
          <a:prstGeom prst="rect">
            <a:avLst/>
          </a:prstGeom>
          <a:solidFill>
            <a:srgbClr val="0A1F3C"/>
          </a:solidFill>
          <a:ln w="9525">
            <a:solidFill>
              <a:srgbClr val="14C9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Noto Sans Symbols"/>
              </a:rPr>
              <a:t>Un tren sin nodo tiene la misma protección que hoy.</a:t>
            </a:r>
          </a:p>
        </p:txBody>
      </p:sp>
      <p:sp>
        <p:nvSpPr>
          <p:cNvPr id="1604" name="Rounded Rectangle 1603"/>
          <p:cNvSpPr/>
          <p:nvPr/>
        </p:nvSpPr>
        <p:spPr>
          <a:xfrm>
            <a:off x="6172200" y="1325880"/>
            <a:ext cx="5532120" cy="224028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5" name="TextBox 1604"/>
          <p:cNvSpPr txBox="1"/>
          <p:nvPr/>
        </p:nvSpPr>
        <p:spPr>
          <a:xfrm>
            <a:off x="6355080" y="1435607"/>
            <a:ext cx="5166359" cy="365760"/>
          </a:xfrm>
          <a:prstGeom prst="rect">
            <a:avLst/>
          </a:prstGeom>
          <a:noFill/>
        </p:spPr>
        <p:txBody>
          <a:bodyPr wrap="square" anchor="ctr" lIns="36576" rIns="36576" tIns="36576" bIns="36576">
            <a:spAutoFit/>
          </a:bodyPr>
          <a:lstStyle/>
          <a:p>
            <a:pPr algn="ctr"/>
            <a:r>
              <a:rPr sz="1500" b="0" i="0">
                <a:solidFill>
                  <a:srgbClr val="14C99A"/>
                </a:solidFill>
                <a:latin typeface="Impact"/>
              </a:rPr>
              <a:t>REGLA DEL CONTROLADOR</a:t>
            </a:r>
          </a:p>
        </p:txBody>
      </p:sp>
      <p:cxnSp>
        <p:nvCxnSpPr>
          <p:cNvPr id="1606" name="Connector 1605"/>
          <p:cNvCxnSpPr/>
          <p:nvPr/>
        </p:nvCxnSpPr>
        <p:spPr>
          <a:xfrm>
            <a:off x="6400800" y="1856231"/>
            <a:ext cx="507492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607" name="TextBox 1606"/>
          <p:cNvSpPr txBox="1"/>
          <p:nvPr/>
        </p:nvSpPr>
        <p:spPr>
          <a:xfrm>
            <a:off x="6400800" y="1965960"/>
            <a:ext cx="5074920" cy="1508760"/>
          </a:xfrm>
          <a:prstGeom prst="rect">
            <a:avLst/>
          </a:prstGeom>
          <a:noFill/>
        </p:spPr>
        <p:txBody>
          <a:bodyPr wrap="square" anchor="t" lIns="36576" rIns="36576" tIns="36576" bIns="36576">
            <a:spAutoFit/>
          </a:bodyPr>
          <a:lstStyle/>
          <a:p>
            <a:pPr algn="l">
              <a:spcAft>
                <a:spcPts val="400"/>
              </a:spcAft>
            </a:pPr>
            <a:r>
              <a:rPr sz="1200" b="1" i="0">
                <a:solidFill>
                  <a:srgbClr val="14C99A"/>
                </a:solidFill>
                <a:latin typeface="Noto Sans Symbols"/>
              </a:rPr>
              <a:t>PANDA operativo: </a:t>
            </a:r>
            <a:r>
              <a:rPr sz="1200" b="0" i="0">
                <a:solidFill>
                  <a:srgbClr val="FFFFFF"/>
                </a:solidFill>
                <a:latin typeface="Noto Sans Symbols"/>
              </a:rPr>
              <a:t>baja si PANDA pide cierre.</a:t>
            </a:r>
          </a:p>
          <a:p>
            <a:pPr algn="l">
              <a:spcAft>
                <a:spcPts val="400"/>
              </a:spcAft>
            </a:pPr>
            <a:r>
              <a:rPr sz="1200" b="1" i="0">
                <a:solidFill>
                  <a:srgbClr val="14C99A"/>
                </a:solidFill>
                <a:latin typeface="Noto Sans Symbols"/>
              </a:rPr>
              <a:t>PANDA no operativo: </a:t>
            </a:r>
            <a:r>
              <a:rPr sz="1200" b="0" i="0">
                <a:solidFill>
                  <a:srgbClr val="FFFFFF"/>
                </a:solidFill>
                <a:latin typeface="Noto Sans Symbols"/>
              </a:rPr>
              <a:t>baja si el circuito está ocupado, igual que hoy.</a:t>
            </a:r>
          </a:p>
          <a:p>
            <a:pPr algn="l">
              <a:spcAft>
                <a:spcPts val="400"/>
              </a:spcAft>
            </a:pPr>
            <a:r>
              <a:rPr sz="1200" b="1" i="0">
                <a:solidFill>
                  <a:srgbClr val="14C99A"/>
                </a:solidFill>
                <a:latin typeface="Noto Sans Symbols"/>
              </a:rPr>
              <a:t>Energizado = permiso: </a:t>
            </a:r>
            <a:r>
              <a:rPr sz="1200" b="0" i="0">
                <a:solidFill>
                  <a:srgbClr val="FFFFFF"/>
                </a:solidFill>
                <a:latin typeface="Noto Sans Symbols"/>
              </a:rPr>
              <a:t>un corte de cable o de energía abre los dos contactos y la barrera sigue al circuito.</a:t>
            </a:r>
          </a:p>
        </p:txBody>
      </p:sp>
      <p:sp>
        <p:nvSpPr>
          <p:cNvPr id="1608" name="Rounded Rectangle 1607"/>
          <p:cNvSpPr/>
          <p:nvPr/>
        </p:nvSpPr>
        <p:spPr>
          <a:xfrm>
            <a:off x="6172200" y="3749039"/>
            <a:ext cx="5532120" cy="2514600"/>
          </a:xfrm>
          <a:prstGeom prst="roundRect">
            <a:avLst>
              <a:gd name="adj" fmla="val 8000"/>
            </a:avLst>
          </a:prstGeom>
          <a:solidFill>
            <a:srgbClr val="DFF1D7"/>
          </a:solidFill>
          <a:ln w="9525">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9" name="TextBox 1608"/>
          <p:cNvSpPr txBox="1"/>
          <p:nvPr/>
        </p:nvSpPr>
        <p:spPr>
          <a:xfrm>
            <a:off x="6309360" y="3822191"/>
            <a:ext cx="5257800" cy="274320"/>
          </a:xfrm>
          <a:prstGeom prst="rect">
            <a:avLst/>
          </a:prstGeom>
          <a:noFill/>
        </p:spPr>
        <p:txBody>
          <a:bodyPr wrap="square" anchor="t" lIns="36576" rIns="36576" tIns="36576" bIns="36576">
            <a:spAutoFit/>
          </a:bodyPr>
          <a:lstStyle/>
          <a:p>
            <a:pPr algn="l"/>
            <a:r>
              <a:rPr sz="1200" b="1" i="0">
                <a:solidFill>
                  <a:srgbClr val="107439"/>
                </a:solidFill>
                <a:latin typeface="Noto Sans Symbols"/>
              </a:rPr>
              <a:t>PANDA PIDE CIERRE SI</a:t>
            </a:r>
          </a:p>
        </p:txBody>
      </p:sp>
      <p:sp>
        <p:nvSpPr>
          <p:cNvPr id="1610" name="TextBox 1609"/>
          <p:cNvSpPr txBox="1"/>
          <p:nvPr/>
        </p:nvSpPr>
        <p:spPr>
          <a:xfrm>
            <a:off x="6309360" y="4114800"/>
            <a:ext cx="5257800" cy="2103120"/>
          </a:xfrm>
          <a:prstGeom prst="rect">
            <a:avLst/>
          </a:prstGeom>
          <a:noFill/>
        </p:spPr>
        <p:txBody>
          <a:bodyPr wrap="square" anchor="t" lIns="36576" rIns="36576" tIns="36576" bIns="36576">
            <a:spAutoFit/>
          </a:bodyPr>
          <a:lstStyle/>
          <a:p>
            <a:pPr algn="l">
              <a:spcAft>
                <a:spcPts val="300"/>
              </a:spcAft>
            </a:pPr>
            <a:r>
              <a:rPr sz="1200" b="1" i="0">
                <a:solidFill>
                  <a:srgbClr val="0D2547"/>
                </a:solidFill>
                <a:latin typeface="Noto Sans Symbols"/>
              </a:rPr>
              <a:t>1. </a:t>
            </a:r>
            <a:r>
              <a:rPr sz="1200" b="0" i="0">
                <a:solidFill>
                  <a:srgbClr val="0D2547"/>
                </a:solidFill>
                <a:latin typeface="Noto Sans Symbols"/>
              </a:rPr>
              <a:t>Un tren podría llegar en 32 s acelerando al máximo.</a:t>
            </a:r>
          </a:p>
          <a:p>
            <a:pPr algn="l">
              <a:spcAft>
                <a:spcPts val="300"/>
              </a:spcAft>
            </a:pPr>
            <a:r>
              <a:rPr sz="1200" b="1" i="0">
                <a:solidFill>
                  <a:srgbClr val="0D2547"/>
                </a:solidFill>
                <a:latin typeface="Noto Sans Symbols"/>
              </a:rPr>
              <a:t>2. </a:t>
            </a:r>
            <a:r>
              <a:rPr sz="1200" b="0" i="0">
                <a:solidFill>
                  <a:srgbClr val="0D2547"/>
                </a:solidFill>
                <a:latin typeface="Noto Sans Symbols"/>
              </a:rPr>
              <a:t>Un tren está sobre el cruce o se calló (SIN DATOS).</a:t>
            </a:r>
          </a:p>
          <a:p>
            <a:pPr algn="l">
              <a:spcAft>
                <a:spcPts val="300"/>
              </a:spcAft>
            </a:pPr>
            <a:r>
              <a:rPr sz="1200" b="1" i="0">
                <a:solidFill>
                  <a:srgbClr val="0D2547"/>
                </a:solidFill>
                <a:latin typeface="Noto Sans Symbols"/>
              </a:rPr>
              <a:t>3. </a:t>
            </a:r>
            <a:r>
              <a:rPr sz="1200" b="0" i="0">
                <a:solidFill>
                  <a:srgbClr val="0D2547"/>
                </a:solidFill>
                <a:latin typeface="Noto Sans Symbols"/>
              </a:rPr>
              <a:t>Un dato del tren es inconsistente.</a:t>
            </a:r>
          </a:p>
          <a:p>
            <a:pPr algn="l">
              <a:spcAft>
                <a:spcPts val="300"/>
              </a:spcAft>
            </a:pPr>
            <a:r>
              <a:rPr sz="1200" b="1" i="0">
                <a:solidFill>
                  <a:srgbClr val="0D2547"/>
                </a:solidFill>
                <a:latin typeface="Noto Sans Symbols"/>
              </a:rPr>
              <a:t>4. </a:t>
            </a:r>
            <a:r>
              <a:rPr sz="1200" b="0" i="0">
                <a:solidFill>
                  <a:srgbClr val="0D2547"/>
                </a:solidFill>
                <a:latin typeface="Noto Sans Symbols"/>
              </a:rPr>
              <a:t>El circuito se ocupó por un tren que PANDA no sigue: cierra como siempre.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5</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INGENIERÍA DE DETALLE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ETA DE PEOR CASO</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502920" y="1325880"/>
            <a:ext cx="3931920" cy="288036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TextBox 1582"/>
          <p:cNvSpPr txBox="1"/>
          <p:nvPr/>
        </p:nvSpPr>
        <p:spPr>
          <a:xfrm>
            <a:off x="685800" y="1435607"/>
            <a:ext cx="356616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PERFIL DE TRACCIÓN DEL CSR</a:t>
            </a:r>
          </a:p>
        </p:txBody>
      </p:sp>
      <p:cxnSp>
        <p:nvCxnSpPr>
          <p:cNvPr id="1584" name="Connector 1583"/>
          <p:cNvCxnSpPr/>
          <p:nvPr/>
        </p:nvCxnSpPr>
        <p:spPr>
          <a:xfrm>
            <a:off x="731520" y="1856231"/>
            <a:ext cx="347472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85" name="TextBox 1584"/>
          <p:cNvSpPr txBox="1"/>
          <p:nvPr/>
        </p:nvSpPr>
        <p:spPr>
          <a:xfrm>
            <a:off x="731520" y="1965960"/>
            <a:ext cx="3474720" cy="2148839"/>
          </a:xfrm>
          <a:prstGeom prst="rect">
            <a:avLst/>
          </a:prstGeom>
          <a:noFill/>
        </p:spPr>
        <p:txBody>
          <a:bodyPr wrap="square" anchor="t" lIns="36576" rIns="36576" tIns="36576" bIns="36576">
            <a:spAutoFit/>
          </a:bodyPr>
          <a:lstStyle/>
          <a:p>
            <a:pPr algn="l">
              <a:spcAft>
                <a:spcPts val="400"/>
              </a:spcAft>
            </a:pPr>
            <a:r>
              <a:rPr sz="1200" b="1" i="0">
                <a:solidFill>
                  <a:srgbClr val="14C99A"/>
                </a:solidFill>
                <a:latin typeface="Noto Sans Symbols"/>
              </a:rPr>
              <a:t>Hasta 40 km/h: </a:t>
            </a:r>
            <a:r>
              <a:rPr sz="1200" b="0" i="0">
                <a:solidFill>
                  <a:srgbClr val="FFFFFF"/>
                </a:solidFill>
                <a:latin typeface="Noto Sans Symbols"/>
              </a:rPr>
              <a:t>a = 1,0 m/s² constante.</a:t>
            </a:r>
          </a:p>
          <a:p>
            <a:pPr algn="l">
              <a:spcAft>
                <a:spcPts val="400"/>
              </a:spcAft>
            </a:pPr>
            <a:r>
              <a:rPr sz="1200" b="1" i="0">
                <a:solidFill>
                  <a:srgbClr val="14C99A"/>
                </a:solidFill>
                <a:latin typeface="Noto Sans Symbols"/>
              </a:rPr>
              <a:t>40 a 120 km/h: </a:t>
            </a:r>
            <a:r>
              <a:rPr sz="1200" b="0" i="0">
                <a:solidFill>
                  <a:srgbClr val="FFFFFF"/>
                </a:solidFill>
                <a:latin typeface="Noto Sans Symbols"/>
              </a:rPr>
              <a:t>potencia constante, a = a0·vk/v.</a:t>
            </a:r>
          </a:p>
          <a:p>
            <a:pPr algn="l">
              <a:spcAft>
                <a:spcPts val="400"/>
              </a:spcAft>
            </a:pPr>
            <a:r>
              <a:rPr sz="1200" b="1" i="0">
                <a:solidFill>
                  <a:srgbClr val="14C99A"/>
                </a:solidFill>
                <a:latin typeface="Noto Sans Symbols"/>
              </a:rPr>
              <a:t>Tope: </a:t>
            </a:r>
            <a:r>
              <a:rPr sz="1200" b="0" i="0">
                <a:solidFill>
                  <a:srgbClr val="FFFFFF"/>
                </a:solidFill>
                <a:latin typeface="Noto Sans Symbols"/>
              </a:rPr>
              <a:t>120 km/h, velocidad de diseño.</a:t>
            </a:r>
          </a:p>
          <a:p>
            <a:pPr algn="l">
              <a:spcAft>
                <a:spcPts val="400"/>
              </a:spcAft>
            </a:pPr>
            <a:r>
              <a:rPr sz="1200" b="1" i="0">
                <a:solidFill>
                  <a:srgbClr val="14C99A"/>
                </a:solidFill>
                <a:latin typeface="Noto Sans Symbols"/>
              </a:rPr>
              <a:t>Cierre: </a:t>
            </a:r>
            <a:r>
              <a:rPr sz="1200" b="0" i="0">
                <a:solidFill>
                  <a:srgbClr val="FFFFFF"/>
                </a:solidFill>
                <a:latin typeface="Noto Sans Symbols"/>
              </a:rPr>
              <a:t>ETA de peor caso ≤ 32 s.</a:t>
            </a:r>
          </a:p>
          <a:p>
            <a:pPr algn="l">
              <a:spcAft>
                <a:spcPts val="400"/>
              </a:spcAft>
            </a:pPr>
            <a:r>
              <a:rPr sz="1000" b="0" i="0">
                <a:solidFill>
                  <a:srgbClr val="C9D3DF"/>
                </a:solidFill>
                <a:latin typeface="Noto Sans Symbols"/>
              </a:rPr>
              <a:t>El codo sale de 3040 kW y 270 t: P / (m · a0) = 11,3 m/s. Se toma 11,1 m/s, del lado seguro.</a:t>
            </a:r>
          </a:p>
        </p:txBody>
      </p:sp>
      <p:sp>
        <p:nvSpPr>
          <p:cNvPr id="1586" name="Rounded Rectangle 1585"/>
          <p:cNvSpPr/>
          <p:nvPr/>
        </p:nvSpPr>
        <p:spPr>
          <a:xfrm>
            <a:off x="502920" y="4389120"/>
            <a:ext cx="3931920" cy="1874519"/>
          </a:xfrm>
          <a:prstGeom prst="roundRect">
            <a:avLst>
              <a:gd name="adj" fmla="val 8000"/>
            </a:avLst>
          </a:prstGeom>
          <a:solidFill>
            <a:srgbClr val="F8E1E2"/>
          </a:solidFill>
          <a:ln w="9525">
            <a:solidFill>
              <a:srgbClr val="C0504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7" name="TextBox 1586"/>
          <p:cNvSpPr txBox="1"/>
          <p:nvPr/>
        </p:nvSpPr>
        <p:spPr>
          <a:xfrm>
            <a:off x="640080" y="4462272"/>
            <a:ext cx="3657600" cy="274320"/>
          </a:xfrm>
          <a:prstGeom prst="rect">
            <a:avLst/>
          </a:prstGeom>
          <a:noFill/>
        </p:spPr>
        <p:txBody>
          <a:bodyPr wrap="square" anchor="t" lIns="36576" rIns="36576" tIns="36576" bIns="36576">
            <a:spAutoFit/>
          </a:bodyPr>
          <a:lstStyle/>
          <a:p>
            <a:pPr algn="l"/>
            <a:r>
              <a:rPr sz="1200" b="1" i="0">
                <a:solidFill>
                  <a:srgbClr val="C0504D"/>
                </a:solidFill>
                <a:latin typeface="Noto Sans Symbols"/>
              </a:rPr>
              <a:t>POR QUÉ NO VELOCIDAD REAL PURA</a:t>
            </a:r>
          </a:p>
        </p:txBody>
      </p:sp>
      <p:sp>
        <p:nvSpPr>
          <p:cNvPr id="1588" name="TextBox 1587"/>
          <p:cNvSpPr txBox="1"/>
          <p:nvPr/>
        </p:nvSpPr>
        <p:spPr>
          <a:xfrm>
            <a:off x="640080" y="4754880"/>
            <a:ext cx="3657600" cy="1463039"/>
          </a:xfrm>
          <a:prstGeom prst="rect">
            <a:avLst/>
          </a:prstGeom>
          <a:noFill/>
        </p:spPr>
        <p:txBody>
          <a:bodyPr wrap="square" anchor="t" lIns="36576" rIns="36576" tIns="36576" bIns="36576">
            <a:spAutoFit/>
          </a:bodyPr>
          <a:lstStyle/>
          <a:p>
            <a:pPr algn="l">
              <a:spcAft>
                <a:spcPts val="300"/>
              </a:spcAft>
            </a:pPr>
            <a:r>
              <a:rPr sz="1150" b="0" i="0">
                <a:solidFill>
                  <a:srgbClr val="0D2547"/>
                </a:solidFill>
                <a:latin typeface="Noto Sans Symbols"/>
              </a:rPr>
              <a:t>Si el tren acelera después de la orden de cierre llegaría en 11 s (a 10 km/h) o 28 s (a 100 km/h), menos que los 31 s del ciclo. PANDA nunca da menos que la norma.</a:t>
            </a:r>
          </a:p>
        </p:txBody>
      </p:sp>
      <p:graphicFrame>
        <p:nvGraphicFramePr>
          <p:cNvPr id="1589" name="Chart 1588"/>
          <p:cNvGraphicFramePr>
            <a:graphicFrameLocks noGrp="1"/>
          </p:cNvGraphicFramePr>
          <p:nvPr/>
        </p:nvGraphicFramePr>
        <p:xfrm>
          <a:off x="4663440" y="1280160"/>
          <a:ext cx="7040880" cy="4572000"/>
        </p:xfrm>
        <a:graphic>
          <a:graphicData uri="http://schemas.openxmlformats.org/drawingml/2006/chart">
            <c:chart xmlns:c="http://schemas.openxmlformats.org/drawingml/2006/chart" r:id="rId4"/>
          </a:graphicData>
        </a:graphic>
      </p:graphicFrame>
      <p:sp>
        <p:nvSpPr>
          <p:cNvPr id="1590" name="TextBox 1589"/>
          <p:cNvSpPr txBox="1"/>
          <p:nvPr/>
        </p:nvSpPr>
        <p:spPr>
          <a:xfrm>
            <a:off x="4663440" y="5897880"/>
            <a:ext cx="7040880" cy="365760"/>
          </a:xfrm>
          <a:prstGeom prst="rect">
            <a:avLst/>
          </a:prstGeom>
          <a:noFill/>
        </p:spPr>
        <p:txBody>
          <a:bodyPr wrap="square" anchor="t" lIns="36576" rIns="36576" tIns="36576" bIns="36576">
            <a:spAutoFit/>
          </a:bodyPr>
          <a:lstStyle/>
          <a:p>
            <a:pPr algn="ctr"/>
            <a:r>
              <a:rPr sz="900" b="0" i="0">
                <a:solidFill>
                  <a:srgbClr val="5F6B7A"/>
                </a:solidFill>
                <a:latin typeface="Noto Sans Symbols"/>
              </a:rPr>
              <a:t>Fuente: modelo de referencia del cruce (tools/modelo_cruce.py). Valores de diseño estimados.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6</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RESULTADO</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GANANCIA DE TIEMPO DE BARRERA</a:t>
            </a:r>
            <a:endParaRPr b="0" i="0" sz="2200" u="none" cap="none" strike="noStrike">
              <a:solidFill>
                <a:srgbClr val="14C99A"/>
              </a:solidFill>
              <a:latin typeface="Arial"/>
              <a:ea typeface="Arial"/>
              <a:cs typeface="Arial"/>
              <a:sym typeface="Arial"/>
            </a:endParaRPr>
          </a:p>
        </p:txBody>
      </p:sp>
      <p:graphicFrame>
        <p:nvGraphicFramePr>
          <p:cNvPr id="1582" name="Chart 1581"/>
          <p:cNvGraphicFramePr>
            <a:graphicFrameLocks noGrp="1"/>
          </p:cNvGraphicFramePr>
          <p:nvPr/>
        </p:nvGraphicFramePr>
        <p:xfrm>
          <a:off x="502920" y="1280160"/>
          <a:ext cx="7223760" cy="4663440"/>
        </p:xfrm>
        <a:graphic>
          <a:graphicData uri="http://schemas.openxmlformats.org/drawingml/2006/chart">
            <c:chart xmlns:c="http://schemas.openxmlformats.org/drawingml/2006/chart" r:id="rId4"/>
          </a:graphicData>
        </a:graphic>
      </p:graphicFrame>
      <p:sp>
        <p:nvSpPr>
          <p:cNvPr id="1583" name="TextBox 1582"/>
          <p:cNvSpPr txBox="1"/>
          <p:nvPr/>
        </p:nvSpPr>
        <p:spPr>
          <a:xfrm>
            <a:off x="502920" y="5943600"/>
            <a:ext cx="7223760" cy="320040"/>
          </a:xfrm>
          <a:prstGeom prst="rect">
            <a:avLst/>
          </a:prstGeom>
          <a:noFill/>
        </p:spPr>
        <p:txBody>
          <a:bodyPr wrap="square" anchor="t" lIns="36576" rIns="36576" tIns="36576" bIns="36576">
            <a:spAutoFit/>
          </a:bodyPr>
          <a:lstStyle/>
          <a:p>
            <a:pPr algn="ctr"/>
            <a:r>
              <a:rPr sz="900" b="0" i="0">
                <a:solidFill>
                  <a:srgbClr val="5F6B7A"/>
                </a:solidFill>
                <a:latin typeface="Noto Sans Symbols"/>
              </a:rPr>
              <a:t>A velocidad constante. Fuente: modelo de referencia, valores estimados.</a:t>
            </a:r>
          </a:p>
        </p:txBody>
      </p:sp>
      <p:sp>
        <p:nvSpPr>
          <p:cNvPr id="1584" name="Rounded Rectangle 1583"/>
          <p:cNvSpPr/>
          <p:nvPr/>
        </p:nvSpPr>
        <p:spPr>
          <a:xfrm>
            <a:off x="8046720" y="1325880"/>
            <a:ext cx="3657600" cy="1078992"/>
          </a:xfrm>
          <a:prstGeom prst="roundRect">
            <a:avLst>
              <a:gd name="adj" fmla="val 8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5" name="TextBox 1584"/>
          <p:cNvSpPr txBox="1"/>
          <p:nvPr/>
        </p:nvSpPr>
        <p:spPr>
          <a:xfrm>
            <a:off x="8183879" y="1417320"/>
            <a:ext cx="1463040" cy="868680"/>
          </a:xfrm>
          <a:prstGeom prst="rect">
            <a:avLst/>
          </a:prstGeom>
          <a:noFill/>
        </p:spPr>
        <p:txBody>
          <a:bodyPr wrap="square" anchor="ctr" lIns="36576" rIns="36576" tIns="36576" bIns="36576">
            <a:spAutoFit/>
          </a:bodyPr>
          <a:lstStyle/>
          <a:p>
            <a:pPr algn="l"/>
            <a:r>
              <a:rPr sz="3000" b="0" i="0">
                <a:solidFill>
                  <a:srgbClr val="107439"/>
                </a:solidFill>
                <a:latin typeface="Impact"/>
              </a:rPr>
              <a:t>+32 s</a:t>
            </a:r>
          </a:p>
        </p:txBody>
      </p:sp>
      <p:sp>
        <p:nvSpPr>
          <p:cNvPr id="1586" name="TextBox 1585"/>
          <p:cNvSpPr txBox="1"/>
          <p:nvPr/>
        </p:nvSpPr>
        <p:spPr>
          <a:xfrm>
            <a:off x="9646920" y="1417320"/>
            <a:ext cx="1965960" cy="86868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por pasada de un tren a 40 km/h</a:t>
            </a:r>
          </a:p>
        </p:txBody>
      </p:sp>
      <p:sp>
        <p:nvSpPr>
          <p:cNvPr id="1587" name="Rounded Rectangle 1586"/>
          <p:cNvSpPr/>
          <p:nvPr/>
        </p:nvSpPr>
        <p:spPr>
          <a:xfrm>
            <a:off x="8046720" y="2542032"/>
            <a:ext cx="3657600" cy="1078992"/>
          </a:xfrm>
          <a:prstGeom prst="roundRect">
            <a:avLst>
              <a:gd name="adj" fmla="val 8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8" name="TextBox 1587"/>
          <p:cNvSpPr txBox="1"/>
          <p:nvPr/>
        </p:nvSpPr>
        <p:spPr>
          <a:xfrm>
            <a:off x="8183879" y="2633472"/>
            <a:ext cx="1463040" cy="868680"/>
          </a:xfrm>
          <a:prstGeom prst="rect">
            <a:avLst/>
          </a:prstGeom>
          <a:noFill/>
        </p:spPr>
        <p:txBody>
          <a:bodyPr wrap="square" anchor="ctr" lIns="36576" rIns="36576" tIns="36576" bIns="36576">
            <a:spAutoFit/>
          </a:bodyPr>
          <a:lstStyle/>
          <a:p>
            <a:pPr algn="l"/>
            <a:r>
              <a:rPr sz="3000" b="0" i="0">
                <a:solidFill>
                  <a:srgbClr val="107439"/>
                </a:solidFill>
                <a:latin typeface="Impact"/>
              </a:rPr>
              <a:t>+38 s</a:t>
            </a:r>
          </a:p>
        </p:txBody>
      </p:sp>
      <p:sp>
        <p:nvSpPr>
          <p:cNvPr id="1589" name="TextBox 1588"/>
          <p:cNvSpPr txBox="1"/>
          <p:nvPr/>
        </p:nvSpPr>
        <p:spPr>
          <a:xfrm>
            <a:off x="9646920" y="2633472"/>
            <a:ext cx="1965960" cy="86868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tren que se detiene a 500 m del cruce (simulador)</a:t>
            </a:r>
          </a:p>
        </p:txBody>
      </p:sp>
      <p:sp>
        <p:nvSpPr>
          <p:cNvPr id="1590" name="Rounded Rectangle 1589"/>
          <p:cNvSpPr/>
          <p:nvPr/>
        </p:nvSpPr>
        <p:spPr>
          <a:xfrm>
            <a:off x="8046720" y="3758184"/>
            <a:ext cx="3657600" cy="1078992"/>
          </a:xfrm>
          <a:prstGeom prst="roundRect">
            <a:avLst>
              <a:gd name="adj" fmla="val 8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1" name="TextBox 1590"/>
          <p:cNvSpPr txBox="1"/>
          <p:nvPr/>
        </p:nvSpPr>
        <p:spPr>
          <a:xfrm>
            <a:off x="8183879" y="3849624"/>
            <a:ext cx="1463040" cy="868680"/>
          </a:xfrm>
          <a:prstGeom prst="rect">
            <a:avLst/>
          </a:prstGeom>
          <a:noFill/>
        </p:spPr>
        <p:txBody>
          <a:bodyPr wrap="square" anchor="ctr" lIns="36576" rIns="36576" tIns="36576" bIns="36576">
            <a:spAutoFit/>
          </a:bodyPr>
          <a:lstStyle/>
          <a:p>
            <a:pPr algn="l"/>
            <a:r>
              <a:rPr sz="3000" b="0" i="0">
                <a:solidFill>
                  <a:srgbClr val="E8710A"/>
                </a:solidFill>
                <a:latin typeface="Impact"/>
              </a:rPr>
              <a:t>448 m</a:t>
            </a:r>
          </a:p>
        </p:txBody>
      </p:sp>
      <p:sp>
        <p:nvSpPr>
          <p:cNvPr id="1592" name="TextBox 1591"/>
          <p:cNvSpPr txBox="1"/>
          <p:nvPr/>
        </p:nvSpPr>
        <p:spPr>
          <a:xfrm>
            <a:off x="9646920" y="3849624"/>
            <a:ext cx="1965960" cy="86868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hasta ahí un tren detenido sigue siendo peligro</a:t>
            </a:r>
          </a:p>
        </p:txBody>
      </p:sp>
      <p:sp>
        <p:nvSpPr>
          <p:cNvPr id="1593" name="Rounded Rectangle 1592"/>
          <p:cNvSpPr/>
          <p:nvPr/>
        </p:nvSpPr>
        <p:spPr>
          <a:xfrm>
            <a:off x="8046720" y="4974336"/>
            <a:ext cx="3657600" cy="1078992"/>
          </a:xfrm>
          <a:prstGeom prst="roundRect">
            <a:avLst>
              <a:gd name="adj" fmla="val 8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4" name="TextBox 1593"/>
          <p:cNvSpPr txBox="1"/>
          <p:nvPr/>
        </p:nvSpPr>
        <p:spPr>
          <a:xfrm>
            <a:off x="8183879" y="5065776"/>
            <a:ext cx="1463040" cy="868680"/>
          </a:xfrm>
          <a:prstGeom prst="rect">
            <a:avLst/>
          </a:prstGeom>
          <a:noFill/>
        </p:spPr>
        <p:txBody>
          <a:bodyPr wrap="square" anchor="ctr" lIns="36576" rIns="36576" tIns="36576" bIns="36576">
            <a:spAutoFit/>
          </a:bodyPr>
          <a:lstStyle/>
          <a:p>
            <a:pPr algn="l"/>
            <a:r>
              <a:rPr sz="3000" b="0" i="0">
                <a:solidFill>
                  <a:srgbClr val="0D2547"/>
                </a:solidFill>
                <a:latin typeface="Impact"/>
              </a:rPr>
              <a:t>0 s</a:t>
            </a:r>
          </a:p>
        </p:txBody>
      </p:sp>
      <p:sp>
        <p:nvSpPr>
          <p:cNvPr id="1595" name="TextBox 1594"/>
          <p:cNvSpPr txBox="1"/>
          <p:nvPr/>
        </p:nvSpPr>
        <p:spPr>
          <a:xfrm>
            <a:off x="9646920" y="5065776"/>
            <a:ext cx="1965960" cy="86868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de pérdida para un tren sin nodo: cierra como hoy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7</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INGENIERÍA DE DETALLE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ATRIBUCIÓN DEL CIRCUITO DE VÍA</a:t>
            </a:r>
            <a:endParaRPr b="0" i="0" sz="2200" u="none" cap="none" strike="noStrike">
              <a:solidFill>
                <a:srgbClr val="14C99A"/>
              </a:solidFill>
              <a:latin typeface="Arial"/>
              <a:ea typeface="Arial"/>
              <a:cs typeface="Arial"/>
              <a:sym typeface="Arial"/>
            </a:endParaRPr>
          </a:p>
        </p:txBody>
      </p:sp>
      <p:sp>
        <p:nvSpPr>
          <p:cNvPr id="1582" name="Rectangle 1581"/>
          <p:cNvSpPr/>
          <p:nvPr/>
        </p:nvSpPr>
        <p:spPr>
          <a:xfrm>
            <a:off x="548640" y="2011680"/>
            <a:ext cx="1783080" cy="777240"/>
          </a:xfrm>
          <a:prstGeom prst="rect">
            <a:avLst/>
          </a:prstGeom>
          <a:solidFill>
            <a:srgbClr val="DFF1D7"/>
          </a:solidFill>
          <a:ln w="9525">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TextBox 1582"/>
          <p:cNvSpPr txBox="1"/>
          <p:nvPr/>
        </p:nvSpPr>
        <p:spPr>
          <a:xfrm>
            <a:off x="548640" y="1325880"/>
            <a:ext cx="1783080" cy="320040"/>
          </a:xfrm>
          <a:prstGeom prst="rect">
            <a:avLst/>
          </a:prstGeom>
          <a:noFill/>
        </p:spPr>
        <p:txBody>
          <a:bodyPr wrap="square" anchor="t" lIns="36576" rIns="36576" tIns="36576" bIns="36576">
            <a:spAutoFit/>
          </a:bodyPr>
          <a:lstStyle/>
          <a:p>
            <a:pPr algn="ctr"/>
            <a:r>
              <a:rPr sz="1000" b="1" i="0">
                <a:solidFill>
                  <a:srgbClr val="107439"/>
                </a:solidFill>
                <a:latin typeface="Noto Sans Symbols"/>
              </a:rPr>
              <a:t>VENTANA ± 100 m</a:t>
            </a:r>
          </a:p>
        </p:txBody>
      </p:sp>
      <p:cxnSp>
        <p:nvCxnSpPr>
          <p:cNvPr id="1584" name="Connector 1583"/>
          <p:cNvCxnSpPr/>
          <p:nvPr/>
        </p:nvCxnSpPr>
        <p:spPr>
          <a:xfrm>
            <a:off x="365760" y="2514600"/>
            <a:ext cx="10607040" cy="0"/>
          </a:xfrm>
          <a:prstGeom prst="line">
            <a:avLst/>
          </a:prstGeom>
          <a:ln w="381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85" name="Connector 1584"/>
          <p:cNvCxnSpPr/>
          <p:nvPr/>
        </p:nvCxnSpPr>
        <p:spPr>
          <a:xfrm>
            <a:off x="50292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86" name="Connector 1585"/>
          <p:cNvCxnSpPr/>
          <p:nvPr/>
        </p:nvCxnSpPr>
        <p:spPr>
          <a:xfrm>
            <a:off x="86868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87" name="Connector 1586"/>
          <p:cNvCxnSpPr/>
          <p:nvPr/>
        </p:nvCxnSpPr>
        <p:spPr>
          <a:xfrm>
            <a:off x="123444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88" name="Connector 1587"/>
          <p:cNvCxnSpPr/>
          <p:nvPr/>
        </p:nvCxnSpPr>
        <p:spPr>
          <a:xfrm>
            <a:off x="160020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89" name="Connector 1588"/>
          <p:cNvCxnSpPr/>
          <p:nvPr/>
        </p:nvCxnSpPr>
        <p:spPr>
          <a:xfrm>
            <a:off x="196596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0" name="Connector 1589"/>
          <p:cNvCxnSpPr/>
          <p:nvPr/>
        </p:nvCxnSpPr>
        <p:spPr>
          <a:xfrm>
            <a:off x="233172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1" name="Connector 1590"/>
          <p:cNvCxnSpPr/>
          <p:nvPr/>
        </p:nvCxnSpPr>
        <p:spPr>
          <a:xfrm>
            <a:off x="269748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2" name="Connector 1591"/>
          <p:cNvCxnSpPr/>
          <p:nvPr/>
        </p:nvCxnSpPr>
        <p:spPr>
          <a:xfrm>
            <a:off x="306324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3" name="Connector 1592"/>
          <p:cNvCxnSpPr/>
          <p:nvPr/>
        </p:nvCxnSpPr>
        <p:spPr>
          <a:xfrm>
            <a:off x="342900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4" name="Connector 1593"/>
          <p:cNvCxnSpPr/>
          <p:nvPr/>
        </p:nvCxnSpPr>
        <p:spPr>
          <a:xfrm>
            <a:off x="379476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5" name="Connector 1594"/>
          <p:cNvCxnSpPr/>
          <p:nvPr/>
        </p:nvCxnSpPr>
        <p:spPr>
          <a:xfrm>
            <a:off x="416052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6" name="Connector 1595"/>
          <p:cNvCxnSpPr/>
          <p:nvPr/>
        </p:nvCxnSpPr>
        <p:spPr>
          <a:xfrm>
            <a:off x="452628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7" name="Connector 1596"/>
          <p:cNvCxnSpPr/>
          <p:nvPr/>
        </p:nvCxnSpPr>
        <p:spPr>
          <a:xfrm>
            <a:off x="489204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8" name="Connector 1597"/>
          <p:cNvCxnSpPr/>
          <p:nvPr/>
        </p:nvCxnSpPr>
        <p:spPr>
          <a:xfrm>
            <a:off x="525780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599" name="Connector 1598"/>
          <p:cNvCxnSpPr/>
          <p:nvPr/>
        </p:nvCxnSpPr>
        <p:spPr>
          <a:xfrm>
            <a:off x="562356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0" name="Connector 1599"/>
          <p:cNvCxnSpPr/>
          <p:nvPr/>
        </p:nvCxnSpPr>
        <p:spPr>
          <a:xfrm>
            <a:off x="598932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1" name="Connector 1600"/>
          <p:cNvCxnSpPr/>
          <p:nvPr/>
        </p:nvCxnSpPr>
        <p:spPr>
          <a:xfrm>
            <a:off x="635508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2" name="Connector 1601"/>
          <p:cNvCxnSpPr/>
          <p:nvPr/>
        </p:nvCxnSpPr>
        <p:spPr>
          <a:xfrm>
            <a:off x="672084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3" name="Connector 1602"/>
          <p:cNvCxnSpPr/>
          <p:nvPr/>
        </p:nvCxnSpPr>
        <p:spPr>
          <a:xfrm>
            <a:off x="708660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4" name="Connector 1603"/>
          <p:cNvCxnSpPr/>
          <p:nvPr/>
        </p:nvCxnSpPr>
        <p:spPr>
          <a:xfrm>
            <a:off x="745236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5" name="Connector 1604"/>
          <p:cNvCxnSpPr/>
          <p:nvPr/>
        </p:nvCxnSpPr>
        <p:spPr>
          <a:xfrm>
            <a:off x="781812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6" name="Connector 1605"/>
          <p:cNvCxnSpPr/>
          <p:nvPr/>
        </p:nvCxnSpPr>
        <p:spPr>
          <a:xfrm>
            <a:off x="818388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7" name="Connector 1606"/>
          <p:cNvCxnSpPr/>
          <p:nvPr/>
        </p:nvCxnSpPr>
        <p:spPr>
          <a:xfrm>
            <a:off x="854964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8" name="Connector 1607"/>
          <p:cNvCxnSpPr/>
          <p:nvPr/>
        </p:nvCxnSpPr>
        <p:spPr>
          <a:xfrm>
            <a:off x="891540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09" name="Connector 1608"/>
          <p:cNvCxnSpPr/>
          <p:nvPr/>
        </p:nvCxnSpPr>
        <p:spPr>
          <a:xfrm>
            <a:off x="928116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10" name="Connector 1609"/>
          <p:cNvCxnSpPr/>
          <p:nvPr/>
        </p:nvCxnSpPr>
        <p:spPr>
          <a:xfrm>
            <a:off x="964692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11" name="Connector 1610"/>
          <p:cNvCxnSpPr/>
          <p:nvPr/>
        </p:nvCxnSpPr>
        <p:spPr>
          <a:xfrm>
            <a:off x="1001268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12" name="Connector 1611"/>
          <p:cNvCxnSpPr/>
          <p:nvPr/>
        </p:nvCxnSpPr>
        <p:spPr>
          <a:xfrm>
            <a:off x="1037844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13" name="Connector 1612"/>
          <p:cNvCxnSpPr/>
          <p:nvPr/>
        </p:nvCxnSpPr>
        <p:spPr>
          <a:xfrm>
            <a:off x="1074420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cxnSp>
        <p:nvCxnSpPr>
          <p:cNvPr id="1614" name="Connector 1613"/>
          <p:cNvCxnSpPr/>
          <p:nvPr/>
        </p:nvCxnSpPr>
        <p:spPr>
          <a:xfrm>
            <a:off x="11109960" y="2441448"/>
            <a:ext cx="0" cy="146304"/>
          </a:xfrm>
          <a:prstGeom prst="line">
            <a:avLst/>
          </a:prstGeom>
          <a:ln w="12700">
            <a:solidFill>
              <a:srgbClr val="0D2547"/>
            </a:solidFill>
          </a:ln>
        </p:spPr>
        <p:style>
          <a:lnRef idx="2">
            <a:schemeClr val="accent1"/>
          </a:lnRef>
          <a:fillRef idx="0">
            <a:schemeClr val="accent1"/>
          </a:fillRef>
          <a:effectRef idx="1">
            <a:schemeClr val="accent1"/>
          </a:effectRef>
          <a:fontRef idx="minor">
            <a:schemeClr val="tx1"/>
          </a:fontRef>
        </p:style>
      </p:cxnSp>
      <p:sp>
        <p:nvSpPr>
          <p:cNvPr id="1615" name="Rectangle 1614"/>
          <p:cNvSpPr/>
          <p:nvPr/>
        </p:nvSpPr>
        <p:spPr>
          <a:xfrm>
            <a:off x="1417320" y="2286000"/>
            <a:ext cx="9418320" cy="457200"/>
          </a:xfrm>
          <a:prstGeom prst="rect">
            <a:avLst/>
          </a:prstGeom>
          <a:noFill/>
          <a:ln w="15875">
            <a:solidFill>
              <a:srgbClr val="E8710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6" name="TextBox 1615"/>
          <p:cNvSpPr txBox="1"/>
          <p:nvPr/>
        </p:nvSpPr>
        <p:spPr>
          <a:xfrm>
            <a:off x="3200400" y="2788920"/>
            <a:ext cx="5486400" cy="320040"/>
          </a:xfrm>
          <a:prstGeom prst="rect">
            <a:avLst/>
          </a:prstGeom>
          <a:noFill/>
        </p:spPr>
        <p:txBody>
          <a:bodyPr wrap="square" anchor="t" lIns="36576" rIns="36576" tIns="36576" bIns="36576">
            <a:spAutoFit/>
          </a:bodyPr>
          <a:lstStyle/>
          <a:p>
            <a:pPr algn="ctr"/>
            <a:r>
              <a:rPr sz="1050" b="1" i="0">
                <a:solidFill>
                  <a:srgbClr val="E8710A"/>
                </a:solidFill>
                <a:latin typeface="Noto Sans Symbols"/>
              </a:rPr>
              <a:t>CIRCUITO DE VÍA (sector de operación): 1033 m</a:t>
            </a:r>
          </a:p>
        </p:txBody>
      </p:sp>
      <p:cxnSp>
        <p:nvCxnSpPr>
          <p:cNvPr id="1617" name="Connector 1616"/>
          <p:cNvCxnSpPr/>
          <p:nvPr/>
        </p:nvCxnSpPr>
        <p:spPr>
          <a:xfrm>
            <a:off x="1417320" y="2103120"/>
            <a:ext cx="0" cy="822960"/>
          </a:xfrm>
          <a:prstGeom prst="line">
            <a:avLst/>
          </a:prstGeom>
          <a:ln w="25400">
            <a:solidFill>
              <a:srgbClr val="E8710A"/>
            </a:solidFill>
          </a:ln>
        </p:spPr>
        <p:style>
          <a:lnRef idx="2">
            <a:schemeClr val="accent1"/>
          </a:lnRef>
          <a:fillRef idx="0">
            <a:schemeClr val="accent1"/>
          </a:fillRef>
          <a:effectRef idx="1">
            <a:schemeClr val="accent1"/>
          </a:effectRef>
          <a:fontRef idx="minor">
            <a:schemeClr val="tx1"/>
          </a:fontRef>
        </p:style>
      </p:cxnSp>
      <p:sp>
        <p:nvSpPr>
          <p:cNvPr id="1618" name="TextBox 1617"/>
          <p:cNvSpPr txBox="1"/>
          <p:nvPr/>
        </p:nvSpPr>
        <p:spPr>
          <a:xfrm>
            <a:off x="914400" y="2971800"/>
            <a:ext cx="1097280" cy="274320"/>
          </a:xfrm>
          <a:prstGeom prst="rect">
            <a:avLst/>
          </a:prstGeom>
          <a:noFill/>
        </p:spPr>
        <p:txBody>
          <a:bodyPr wrap="square" anchor="t" lIns="36576" rIns="36576" tIns="36576" bIns="36576">
            <a:spAutoFit/>
          </a:bodyPr>
          <a:lstStyle/>
          <a:p>
            <a:pPr algn="ctr"/>
            <a:r>
              <a:rPr sz="950" b="0" i="0">
                <a:solidFill>
                  <a:srgbClr val="E8710A"/>
                </a:solidFill>
                <a:latin typeface="Noto Sans Symbols"/>
              </a:rPr>
              <a:t>junta</a:t>
            </a:r>
          </a:p>
        </p:txBody>
      </p:sp>
      <p:pic>
        <p:nvPicPr>
          <p:cNvPr id="1619" name="Picture 1618" descr="train_red.png"/>
          <p:cNvPicPr>
            <a:picLocks noChangeAspect="1"/>
          </p:cNvPicPr>
          <p:nvPr/>
        </p:nvPicPr>
        <p:blipFill>
          <a:blip r:embed="rId4"/>
          <a:stretch>
            <a:fillRect/>
          </a:stretch>
        </p:blipFill>
        <p:spPr>
          <a:xfrm>
            <a:off x="1188720" y="1664207"/>
            <a:ext cx="457200" cy="457200"/>
          </a:xfrm>
          <a:prstGeom prst="rect">
            <a:avLst/>
          </a:prstGeom>
        </p:spPr>
      </p:pic>
      <p:sp>
        <p:nvSpPr>
          <p:cNvPr id="1620" name="Rounded Rectangle 1619"/>
          <p:cNvSpPr/>
          <p:nvPr/>
        </p:nvSpPr>
        <p:spPr>
          <a:xfrm>
            <a:off x="10835640" y="1874519"/>
            <a:ext cx="822960" cy="1280160"/>
          </a:xfrm>
          <a:prstGeom prst="roundRect">
            <a:avLst>
              <a:gd name="adj" fmla="val 1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Noto Sans Symbols"/>
              </a:rPr>
              <a:t>CRUCE</a:t>
            </a:r>
          </a:p>
        </p:txBody>
      </p:sp>
      <p:sp>
        <p:nvSpPr>
          <p:cNvPr id="1621" name="Rounded Rectangle 1620"/>
          <p:cNvSpPr/>
          <p:nvPr/>
        </p:nvSpPr>
        <p:spPr>
          <a:xfrm>
            <a:off x="548640" y="3657600"/>
            <a:ext cx="3566160" cy="1920240"/>
          </a:xfrm>
          <a:prstGeom prst="roundRect">
            <a:avLst>
              <a:gd name="adj" fmla="val 6000"/>
            </a:avLst>
          </a:prstGeom>
          <a:solidFill>
            <a:srgbClr val="DFF1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622" name="Picture 1621" descr="check_green.png"/>
          <p:cNvPicPr>
            <a:picLocks noChangeAspect="1"/>
          </p:cNvPicPr>
          <p:nvPr/>
        </p:nvPicPr>
        <p:blipFill>
          <a:blip r:embed="rId5"/>
          <a:stretch>
            <a:fillRect/>
          </a:stretch>
        </p:blipFill>
        <p:spPr>
          <a:xfrm>
            <a:off x="731520" y="3794760"/>
            <a:ext cx="502920" cy="502920"/>
          </a:xfrm>
          <a:prstGeom prst="rect">
            <a:avLst/>
          </a:prstGeom>
        </p:spPr>
      </p:pic>
      <p:sp>
        <p:nvSpPr>
          <p:cNvPr id="1623" name="TextBox 1622"/>
          <p:cNvSpPr txBox="1"/>
          <p:nvPr/>
        </p:nvSpPr>
        <p:spPr>
          <a:xfrm>
            <a:off x="1325880" y="3794760"/>
            <a:ext cx="2697480" cy="502920"/>
          </a:xfrm>
          <a:prstGeom prst="rect">
            <a:avLst/>
          </a:prstGeom>
          <a:noFill/>
        </p:spPr>
        <p:txBody>
          <a:bodyPr wrap="square" anchor="ctr" lIns="36576" rIns="36576" tIns="36576" bIns="36576">
            <a:spAutoFit/>
          </a:bodyPr>
          <a:lstStyle/>
          <a:p>
            <a:pPr algn="l"/>
            <a:r>
              <a:rPr sz="1250" b="1" i="0">
                <a:solidFill>
                  <a:srgbClr val="107439"/>
                </a:solidFill>
                <a:latin typeface="Noto Sans Symbols"/>
              </a:rPr>
              <a:t>TREN PANDA EN LA VENTANA</a:t>
            </a:r>
          </a:p>
        </p:txBody>
      </p:sp>
      <p:sp>
        <p:nvSpPr>
          <p:cNvPr id="1624" name="TextBox 1623"/>
          <p:cNvSpPr txBox="1"/>
          <p:nvPr/>
        </p:nvSpPr>
        <p:spPr>
          <a:xfrm>
            <a:off x="731520" y="4389120"/>
            <a:ext cx="3200400" cy="1143000"/>
          </a:xfrm>
          <a:prstGeom prst="rect">
            <a:avLst/>
          </a:prstGeom>
          <a:noFill/>
        </p:spPr>
        <p:txBody>
          <a:bodyPr wrap="square" anchor="t" lIns="36576" rIns="36576" tIns="36576" bIns="36576">
            <a:spAutoFit/>
          </a:bodyPr>
          <a:lstStyle/>
          <a:p>
            <a:pPr algn="l"/>
            <a:r>
              <a:rPr sz="1200" b="0" i="0">
                <a:solidFill>
                  <a:srgbClr val="0D2547"/>
                </a:solidFill>
                <a:latin typeface="Noto Sans Symbols"/>
              </a:rPr>
              <a:t>La ocupación es de ese tren. La barrera la decide PANDA con su ETA de peor caso: ahí está la ganancia.</a:t>
            </a:r>
          </a:p>
        </p:txBody>
      </p:sp>
      <p:sp>
        <p:nvSpPr>
          <p:cNvPr id="1625" name="Rounded Rectangle 1624"/>
          <p:cNvSpPr/>
          <p:nvPr/>
        </p:nvSpPr>
        <p:spPr>
          <a:xfrm>
            <a:off x="4315968" y="3657600"/>
            <a:ext cx="3566160" cy="1920240"/>
          </a:xfrm>
          <a:prstGeom prst="roundRect">
            <a:avLst>
              <a:gd name="adj" fmla="val 6000"/>
            </a:avLst>
          </a:prstGeom>
          <a:solidFill>
            <a:srgbClr val="F8E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626" name="Picture 1625" descr="cancel_red.png"/>
          <p:cNvPicPr>
            <a:picLocks noChangeAspect="1"/>
          </p:cNvPicPr>
          <p:nvPr/>
        </p:nvPicPr>
        <p:blipFill>
          <a:blip r:embed="rId6"/>
          <a:stretch>
            <a:fillRect/>
          </a:stretch>
        </p:blipFill>
        <p:spPr>
          <a:xfrm>
            <a:off x="4498848" y="3794760"/>
            <a:ext cx="502920" cy="502920"/>
          </a:xfrm>
          <a:prstGeom prst="rect">
            <a:avLst/>
          </a:prstGeom>
        </p:spPr>
      </p:pic>
      <p:sp>
        <p:nvSpPr>
          <p:cNvPr id="1627" name="TextBox 1626"/>
          <p:cNvSpPr txBox="1"/>
          <p:nvPr/>
        </p:nvSpPr>
        <p:spPr>
          <a:xfrm>
            <a:off x="5093207" y="3794760"/>
            <a:ext cx="2697480" cy="502920"/>
          </a:xfrm>
          <a:prstGeom prst="rect">
            <a:avLst/>
          </a:prstGeom>
          <a:noFill/>
        </p:spPr>
        <p:txBody>
          <a:bodyPr wrap="square" anchor="ctr" lIns="36576" rIns="36576" tIns="36576" bIns="36576">
            <a:spAutoFit/>
          </a:bodyPr>
          <a:lstStyle/>
          <a:p>
            <a:pPr algn="l"/>
            <a:r>
              <a:rPr sz="1250" b="1" i="0">
                <a:solidFill>
                  <a:srgbClr val="C0504D"/>
                </a:solidFill>
                <a:latin typeface="Noto Sans Symbols"/>
              </a:rPr>
              <a:t>NINGÚN TREN PANDA</a:t>
            </a:r>
          </a:p>
        </p:txBody>
      </p:sp>
      <p:sp>
        <p:nvSpPr>
          <p:cNvPr id="1628" name="TextBox 1627"/>
          <p:cNvSpPr txBox="1"/>
          <p:nvPr/>
        </p:nvSpPr>
        <p:spPr>
          <a:xfrm>
            <a:off x="4498848" y="4389120"/>
            <a:ext cx="3200400" cy="1143000"/>
          </a:xfrm>
          <a:prstGeom prst="rect">
            <a:avLst/>
          </a:prstGeom>
          <a:noFill/>
        </p:spPr>
        <p:txBody>
          <a:bodyPr wrap="square" anchor="t" lIns="36576" rIns="36576" tIns="36576" bIns="36576">
            <a:spAutoFit/>
          </a:bodyPr>
          <a:lstStyle/>
          <a:p>
            <a:pPr algn="l"/>
            <a:r>
              <a:rPr sz="1200" b="0" i="0">
                <a:solidFill>
                  <a:srgbClr val="0D2547"/>
                </a:solidFill>
                <a:latin typeface="Noto Sans Symbols"/>
              </a:rPr>
              <a:t>Es un tren sin nodo o con el nodo caído. Cierra como siempre y se cuenta como vía sin PANDA.</a:t>
            </a:r>
          </a:p>
        </p:txBody>
      </p:sp>
      <p:sp>
        <p:nvSpPr>
          <p:cNvPr id="1629" name="Rounded Rectangle 1628"/>
          <p:cNvSpPr/>
          <p:nvPr/>
        </p:nvSpPr>
        <p:spPr>
          <a:xfrm>
            <a:off x="8083296" y="3657600"/>
            <a:ext cx="3566160" cy="1920240"/>
          </a:xfrm>
          <a:prstGeom prst="roundRect">
            <a:avLst>
              <a:gd name="adj" fmla="val 6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pic>
        <p:nvPicPr>
          <p:cNvPr id="1630" name="Picture 1629" descr="swap_navy.png"/>
          <p:cNvPicPr>
            <a:picLocks noChangeAspect="1"/>
          </p:cNvPicPr>
          <p:nvPr/>
        </p:nvPicPr>
        <p:blipFill>
          <a:blip r:embed="rId7"/>
          <a:stretch>
            <a:fillRect/>
          </a:stretch>
        </p:blipFill>
        <p:spPr>
          <a:xfrm>
            <a:off x="8266175" y="3794760"/>
            <a:ext cx="502920" cy="502920"/>
          </a:xfrm>
          <a:prstGeom prst="rect">
            <a:avLst/>
          </a:prstGeom>
        </p:spPr>
      </p:pic>
      <p:sp>
        <p:nvSpPr>
          <p:cNvPr id="1631" name="TextBox 1630"/>
          <p:cNvSpPr txBox="1"/>
          <p:nvPr/>
        </p:nvSpPr>
        <p:spPr>
          <a:xfrm>
            <a:off x="8860536" y="3794760"/>
            <a:ext cx="2697480" cy="502920"/>
          </a:xfrm>
          <a:prstGeom prst="rect">
            <a:avLst/>
          </a:prstGeom>
          <a:noFill/>
        </p:spPr>
        <p:txBody>
          <a:bodyPr wrap="square" anchor="ctr" lIns="36576" rIns="36576" tIns="36576" bIns="36576">
            <a:spAutoFit/>
          </a:bodyPr>
          <a:lstStyle/>
          <a:p>
            <a:pPr algn="l"/>
            <a:r>
              <a:rPr sz="1250" b="1" i="0">
                <a:solidFill>
                  <a:srgbClr val="0D2547"/>
                </a:solidFill>
                <a:latin typeface="Noto Sans Symbols"/>
              </a:rPr>
              <a:t>SE LIBERA CON EL TREN YÉNDOSE</a:t>
            </a:r>
          </a:p>
        </p:txBody>
      </p:sp>
      <p:sp>
        <p:nvSpPr>
          <p:cNvPr id="1632" name="TextBox 1631"/>
          <p:cNvSpPr txBox="1"/>
          <p:nvPr/>
        </p:nvSpPr>
        <p:spPr>
          <a:xfrm>
            <a:off x="8266175" y="4389120"/>
            <a:ext cx="3200400" cy="1143000"/>
          </a:xfrm>
          <a:prstGeom prst="rect">
            <a:avLst/>
          </a:prstGeom>
          <a:noFill/>
        </p:spPr>
        <p:txBody>
          <a:bodyPr wrap="square" anchor="t" lIns="36576" rIns="36576" tIns="36576" bIns="36576">
            <a:spAutoFit/>
          </a:bodyPr>
          <a:lstStyle/>
          <a:p>
            <a:pPr algn="l"/>
            <a:r>
              <a:rPr sz="1200" b="0" i="0">
                <a:solidFill>
                  <a:srgbClr val="0D2547"/>
                </a:solidFill>
                <a:latin typeface="Noto Sans Symbols"/>
              </a:rPr>
              <a:t>La cola pasó la junta de salida. PANDA deja de sostener el cierre en ese instante, igual que hoy.</a:t>
            </a:r>
          </a:p>
        </p:txBody>
      </p:sp>
      <p:sp>
        <p:nvSpPr>
          <p:cNvPr id="1633" name="Rectangle 1632"/>
          <p:cNvSpPr/>
          <p:nvPr/>
        </p:nvSpPr>
        <p:spPr>
          <a:xfrm>
            <a:off x="548640" y="5806440"/>
            <a:ext cx="11109960" cy="457200"/>
          </a:xfrm>
          <a:prstGeom prst="rect">
            <a:avLst/>
          </a:prstGeom>
          <a:solidFill>
            <a:srgbClr val="0A1F3C"/>
          </a:solidFill>
          <a:ln w="9525">
            <a:solidFill>
              <a:srgbClr val="14C9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50" b="1" i="0">
                <a:solidFill>
                  <a:srgbClr val="FFFFFF"/>
                </a:solidFill>
                <a:latin typeface="Noto Sans Symbols"/>
              </a:rPr>
              <a:t>Además es una verificación cruzada: el tren tiene que estar donde el circuito dice que está.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8</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txBody>
          <a:bodyPr/>
          <a:p/>
        </p:txBody>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INGENIERÍA DE DETALLE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PLAUSIBILIDAD Y VARIOS TRENES</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502920" y="1325880"/>
            <a:ext cx="5486400" cy="274320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TextBox 1582"/>
          <p:cNvSpPr txBox="1"/>
          <p:nvPr/>
        </p:nvSpPr>
        <p:spPr>
          <a:xfrm>
            <a:off x="685800" y="1435607"/>
            <a:ext cx="512064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ENVOLVENTE FÍSICA</a:t>
            </a:r>
          </a:p>
        </p:txBody>
      </p:sp>
      <p:cxnSp>
        <p:nvCxnSpPr>
          <p:cNvPr id="1584" name="Connector 1583"/>
          <p:cNvCxnSpPr/>
          <p:nvPr/>
        </p:nvCxnSpPr>
        <p:spPr>
          <a:xfrm>
            <a:off x="731520" y="1856231"/>
            <a:ext cx="502920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85" name="TextBox 1584"/>
          <p:cNvSpPr txBox="1"/>
          <p:nvPr/>
        </p:nvSpPr>
        <p:spPr>
          <a:xfrm>
            <a:off x="731520" y="1965960"/>
            <a:ext cx="5029200" cy="2011680"/>
          </a:xfrm>
          <a:prstGeom prst="rect">
            <a:avLst/>
          </a:prstGeom>
          <a:noFill/>
        </p:spPr>
        <p:txBody>
          <a:bodyPr wrap="square" anchor="t" lIns="36576" rIns="36576" tIns="36576" bIns="36576">
            <a:spAutoFit/>
          </a:bodyPr>
          <a:lstStyle/>
          <a:p>
            <a:pPr algn="l">
              <a:spcAft>
                <a:spcPts val="400"/>
              </a:spcAft>
            </a:pPr>
            <a:r>
              <a:rPr sz="1250" b="1" i="0">
                <a:solidFill>
                  <a:srgbClr val="14C99A"/>
                </a:solidFill>
                <a:latin typeface="Noto Sans Symbols"/>
              </a:rPr>
              <a:t>Ancla: </a:t>
            </a:r>
            <a:r>
              <a:rPr sz="1250" b="0" i="0">
                <a:solidFill>
                  <a:srgbClr val="FFFFFF"/>
                </a:solidFill>
                <a:latin typeface="Noto Sans Symbols"/>
              </a:rPr>
              <a:t>último dato confiable del tren.</a:t>
            </a:r>
          </a:p>
          <a:p>
            <a:pPr algn="l">
              <a:spcAft>
                <a:spcPts val="400"/>
              </a:spcAft>
            </a:pPr>
            <a:r>
              <a:rPr sz="1250" b="1" i="0">
                <a:solidFill>
                  <a:srgbClr val="14C99A"/>
                </a:solidFill>
                <a:latin typeface="Noto Sans Symbols"/>
              </a:rPr>
              <a:t>Mínimo: </a:t>
            </a:r>
            <a:r>
              <a:rPr sz="1250" b="0" i="0">
                <a:solidFill>
                  <a:srgbClr val="FFFFFF"/>
                </a:solidFill>
                <a:latin typeface="Noto Sans Symbols"/>
              </a:rPr>
              <a:t>lo que recorre frenando de emergencia, 1,2 m/s².</a:t>
            </a:r>
          </a:p>
          <a:p>
            <a:pPr algn="l">
              <a:spcAft>
                <a:spcPts val="400"/>
              </a:spcAft>
            </a:pPr>
            <a:r>
              <a:rPr sz="1250" b="1" i="0">
                <a:solidFill>
                  <a:srgbClr val="14C99A"/>
                </a:solidFill>
                <a:latin typeface="Noto Sans Symbols"/>
              </a:rPr>
              <a:t>Máximo: </a:t>
            </a:r>
            <a:r>
              <a:rPr sz="1250" b="0" i="0">
                <a:solidFill>
                  <a:srgbClr val="FFFFFF"/>
                </a:solidFill>
                <a:latin typeface="Noto Sans Symbols"/>
              </a:rPr>
              <a:t>lo que recorre acelerando al máximo.</a:t>
            </a:r>
          </a:p>
          <a:p>
            <a:pPr algn="l">
              <a:spcAft>
                <a:spcPts val="400"/>
              </a:spcAft>
            </a:pPr>
            <a:r>
              <a:rPr sz="1250" b="1" i="0">
                <a:solidFill>
                  <a:srgbClr val="14C99A"/>
                </a:solidFill>
                <a:latin typeface="Noto Sans Symbols"/>
              </a:rPr>
              <a:t>Tolerancia: </a:t>
            </a:r>
            <a:r>
              <a:rPr sz="1250" b="0" i="0">
                <a:solidFill>
                  <a:srgbClr val="FFFFFF"/>
                </a:solidFill>
                <a:latin typeface="Noto Sans Symbols"/>
              </a:rPr>
              <a:t>10 m + 3 veces la precisión informada.</a:t>
            </a:r>
          </a:p>
          <a:p>
            <a:pPr algn="l">
              <a:spcAft>
                <a:spcPts val="400"/>
              </a:spcAft>
            </a:pPr>
            <a:r>
              <a:rPr sz="1250" b="1" i="0">
                <a:solidFill>
                  <a:srgbClr val="14C99A"/>
                </a:solidFill>
                <a:latin typeface="Noto Sans Symbols"/>
              </a:rPr>
              <a:t>También se rechaza: </a:t>
            </a:r>
            <a:r>
              <a:rPr sz="1250" b="0" i="0">
                <a:solidFill>
                  <a:srgbClr val="FFFFFF"/>
                </a:solidFill>
                <a:latin typeface="Noto Sans Symbols"/>
              </a:rPr>
              <a:t>salto de velocidad o aceleración informada de más de 2,2 m/s².</a:t>
            </a:r>
          </a:p>
        </p:txBody>
      </p:sp>
      <p:sp>
        <p:nvSpPr>
          <p:cNvPr id="1586" name="Rounded Rectangle 1585"/>
          <p:cNvSpPr/>
          <p:nvPr/>
        </p:nvSpPr>
        <p:spPr>
          <a:xfrm>
            <a:off x="502920" y="4251960"/>
            <a:ext cx="5486400" cy="2011680"/>
          </a:xfrm>
          <a:prstGeom prst="roundRect">
            <a:avLst>
              <a:gd name="adj" fmla="val 8000"/>
            </a:avLst>
          </a:prstGeom>
          <a:solidFill>
            <a:srgbClr val="DFF1D7"/>
          </a:solidFill>
          <a:ln w="9525">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7" name="TextBox 1586"/>
          <p:cNvSpPr txBox="1"/>
          <p:nvPr/>
        </p:nvSpPr>
        <p:spPr>
          <a:xfrm>
            <a:off x="640080" y="4325112"/>
            <a:ext cx="5212080" cy="274320"/>
          </a:xfrm>
          <a:prstGeom prst="rect">
            <a:avLst/>
          </a:prstGeom>
          <a:noFill/>
        </p:spPr>
        <p:txBody>
          <a:bodyPr wrap="square" anchor="t" lIns="36576" rIns="36576" tIns="36576" bIns="36576">
            <a:spAutoFit/>
          </a:bodyPr>
          <a:lstStyle/>
          <a:p>
            <a:pPr algn="l"/>
            <a:r>
              <a:rPr sz="1200" b="1" i="0">
                <a:solidFill>
                  <a:srgbClr val="107439"/>
                </a:solidFill>
                <a:latin typeface="Noto Sans Symbols"/>
              </a:rPr>
              <a:t>ESCENARIO SALTO (SIMULADOR)</a:t>
            </a:r>
          </a:p>
        </p:txBody>
      </p:sp>
      <p:sp>
        <p:nvSpPr>
          <p:cNvPr id="1588" name="TextBox 1587"/>
          <p:cNvSpPr txBox="1"/>
          <p:nvPr/>
        </p:nvSpPr>
        <p:spPr>
          <a:xfrm>
            <a:off x="640080" y="4617720"/>
            <a:ext cx="5212080" cy="1600200"/>
          </a:xfrm>
          <a:prstGeom prst="rect">
            <a:avLst/>
          </a:prstGeom>
          <a:noFill/>
        </p:spPr>
        <p:txBody>
          <a:bodyPr wrap="square" anchor="t" lIns="36576" rIns="36576" tIns="36576" bIns="36576">
            <a:spAutoFit/>
          </a:bodyPr>
          <a:lstStyle/>
          <a:p>
            <a:pPr algn="l">
              <a:spcAft>
                <a:spcPts val="300"/>
              </a:spcAft>
            </a:pPr>
            <a:r>
              <a:rPr sz="1200" b="0" i="0">
                <a:solidFill>
                  <a:srgbClr val="0D2547"/>
                </a:solidFill>
                <a:latin typeface="Noto Sans Symbols"/>
              </a:rPr>
              <a:t>El GNSS suma 300 m de error entre 800 y 700 m del cruce.</a:t>
            </a:r>
          </a:p>
          <a:p>
            <a:pPr algn="l">
              <a:spcAft>
                <a:spcPts val="300"/>
              </a:spcAft>
            </a:pPr>
            <a:r>
              <a:rPr sz="1200" b="1" i="0">
                <a:solidFill>
                  <a:srgbClr val="0D2547"/>
                </a:solidFill>
                <a:latin typeface="Noto Sans Symbols"/>
              </a:rPr>
              <a:t>Resultado: </a:t>
            </a:r>
            <a:r>
              <a:rPr sz="1200" b="0" i="0">
                <a:solidFill>
                  <a:srgbClr val="0D2547"/>
                </a:solidFill>
                <a:latin typeface="Noto Sans Symbols"/>
              </a:rPr>
              <a:t>dato inconsistente desde el primer salto, NO SEGURO continuo, sin ningún hueco APAGADO.</a:t>
            </a:r>
          </a:p>
          <a:p>
            <a:pPr algn="l">
              <a:spcAft>
                <a:spcPts val="300"/>
              </a:spcAft>
            </a:pPr>
            <a:r>
              <a:rPr sz="1200" b="0" i="0">
                <a:solidFill>
                  <a:srgbClr val="0D2547"/>
                </a:solidFill>
                <a:latin typeface="Noto Sans Symbols"/>
              </a:rPr>
              <a:t>Es la acción del DFMEA para la posición errónea no marcada (RPN 120).</a:t>
            </a:r>
          </a:p>
        </p:txBody>
      </p:sp>
      <p:sp>
        <p:nvSpPr>
          <p:cNvPr id="1589" name="Rounded Rectangle 1588"/>
          <p:cNvSpPr/>
          <p:nvPr/>
        </p:nvSpPr>
        <p:spPr>
          <a:xfrm>
            <a:off x="6217920" y="1325880"/>
            <a:ext cx="5486400" cy="274320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0" name="TextBox 1589"/>
          <p:cNvSpPr txBox="1"/>
          <p:nvPr/>
        </p:nvSpPr>
        <p:spPr>
          <a:xfrm>
            <a:off x="6400800" y="1435607"/>
            <a:ext cx="512064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¿CUÁNTOS TRENES A LA VEZ?</a:t>
            </a:r>
          </a:p>
        </p:txBody>
      </p:sp>
      <p:cxnSp>
        <p:nvCxnSpPr>
          <p:cNvPr id="1591" name="Connector 1590"/>
          <p:cNvCxnSpPr/>
          <p:nvPr/>
        </p:nvCxnSpPr>
        <p:spPr>
          <a:xfrm>
            <a:off x="6446520" y="1856231"/>
            <a:ext cx="502920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92" name="TextBox 1591"/>
          <p:cNvSpPr txBox="1"/>
          <p:nvPr/>
        </p:nvSpPr>
        <p:spPr>
          <a:xfrm>
            <a:off x="6446520" y="1965960"/>
            <a:ext cx="5029200" cy="2011680"/>
          </a:xfrm>
          <a:prstGeom prst="rect">
            <a:avLst/>
          </a:prstGeom>
          <a:noFill/>
        </p:spPr>
        <p:txBody>
          <a:bodyPr wrap="square" anchor="t" lIns="36576" rIns="36576" tIns="36576" bIns="36576">
            <a:spAutoFit/>
          </a:bodyPr>
          <a:lstStyle/>
          <a:p>
            <a:pPr algn="l">
              <a:spcAft>
                <a:spcPts val="400"/>
              </a:spcAft>
            </a:pPr>
            <a:r>
              <a:rPr sz="1250" b="0" i="0">
                <a:solidFill>
                  <a:srgbClr val="FFFFFF"/>
                </a:solidFill>
                <a:latin typeface="Noto Sans Symbols"/>
              </a:rPr>
              <a:t>En vía doble, en general uno por vía. Pero cerca de una estación hay uno en el andén y otro esperando atrás, el Roca tiene tramos de cuatro vías y el Anexo XII prevé un segundo tren con la indicación OTRO TREN.</a:t>
            </a:r>
          </a:p>
          <a:p>
            <a:pPr algn="l">
              <a:spcAft>
                <a:spcPts val="400"/>
              </a:spcAft>
            </a:pPr>
            <a:r>
              <a:rPr sz="1250" b="1" i="0">
                <a:solidFill>
                  <a:srgbClr val="14C99A"/>
                </a:solidFill>
                <a:latin typeface="Noto Sans Symbols"/>
              </a:rPr>
              <a:t>PANDA sigue cada tren por su ID, </a:t>
            </a:r>
            <a:r>
              <a:rPr sz="1250" b="0" i="0">
                <a:solidFill>
                  <a:srgbClr val="FFFFFF"/>
                </a:solidFill>
                <a:latin typeface="Noto Sans Symbols"/>
              </a:rPr>
              <a:t>sabe de qué lado viene y si se acerca o se aleja.</a:t>
            </a:r>
          </a:p>
        </p:txBody>
      </p:sp>
      <p:sp>
        <p:nvSpPr>
          <p:cNvPr id="1593" name="Rounded Rectangle 1592"/>
          <p:cNvSpPr/>
          <p:nvPr/>
        </p:nvSpPr>
        <p:spPr>
          <a:xfrm>
            <a:off x="6217920" y="4251960"/>
            <a:ext cx="5486400" cy="2011680"/>
          </a:xfrm>
          <a:prstGeom prst="roundRect">
            <a:avLst>
              <a:gd name="adj" fmla="val 8000"/>
            </a:avLst>
          </a:prstGeom>
          <a:solidFill>
            <a:srgbClr val="E3ECF7"/>
          </a:solidFill>
          <a:ln w="952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4" name="TextBox 1593"/>
          <p:cNvSpPr txBox="1"/>
          <p:nvPr/>
        </p:nvSpPr>
        <p:spPr>
          <a:xfrm>
            <a:off x="6355080" y="4325112"/>
            <a:ext cx="5212080" cy="274320"/>
          </a:xfrm>
          <a:prstGeom prst="rect">
            <a:avLst/>
          </a:prstGeom>
          <a:noFill/>
        </p:spPr>
        <p:txBody>
          <a:bodyPr wrap="square" anchor="t" lIns="36576" rIns="36576" tIns="36576" bIns="36576">
            <a:spAutoFit/>
          </a:bodyPr>
          <a:lstStyle/>
          <a:p>
            <a:pPr algn="l"/>
            <a:r>
              <a:rPr sz="1200" b="1" i="0">
                <a:solidFill>
                  <a:srgbClr val="4F81BD"/>
                </a:solidFill>
                <a:latin typeface="Noto Sans Symbols"/>
              </a:rPr>
              <a:t>OTRO TREN (ANEXO XII)</a:t>
            </a:r>
          </a:p>
        </p:txBody>
      </p:sp>
      <p:sp>
        <p:nvSpPr>
          <p:cNvPr id="1595" name="TextBox 1594"/>
          <p:cNvSpPr txBox="1"/>
          <p:nvPr/>
        </p:nvSpPr>
        <p:spPr>
          <a:xfrm>
            <a:off x="6355080" y="4617720"/>
            <a:ext cx="5212080" cy="1600200"/>
          </a:xfrm>
          <a:prstGeom prst="rect">
            <a:avLst/>
          </a:prstGeom>
          <a:noFill/>
        </p:spPr>
        <p:txBody>
          <a:bodyPr wrap="square" anchor="t" lIns="36576" rIns="36576" tIns="36576" bIns="36576">
            <a:spAutoFit/>
          </a:bodyPr>
          <a:lstStyle/>
          <a:p>
            <a:pPr algn="l">
              <a:spcAft>
                <a:spcPts val="300"/>
              </a:spcAft>
            </a:pPr>
            <a:r>
              <a:rPr sz="1200" b="0" i="0">
                <a:solidFill>
                  <a:srgbClr val="0D2547"/>
                </a:solidFill>
                <a:latin typeface="Noto Sans Symbols"/>
              </a:rPr>
              <a:t>Con dos trenes en peligro, o uno más un circuito que no es suyo:</a:t>
            </a:r>
          </a:p>
          <a:p>
            <a:pPr algn="l">
              <a:spcAft>
                <a:spcPts val="300"/>
              </a:spcAft>
            </a:pPr>
            <a:r>
              <a:rPr sz="1200" b="1" i="0">
                <a:solidFill>
                  <a:srgbClr val="0D2547"/>
                </a:solidFill>
                <a:latin typeface="Noto Sans Symbols"/>
              </a:rPr>
              <a:t>LED OTRO TREN </a:t>
            </a:r>
            <a:r>
              <a:rPr sz="1200" b="0" i="0">
                <a:solidFill>
                  <a:srgbClr val="0D2547"/>
                </a:solidFill>
                <a:latin typeface="Noto Sans Symbols"/>
              </a:rPr>
              <a:t>intermitente cada 0,5 s y el sonido pasa de 1 a 2 toques por segundo (el pliego pide 1,5 a 2 veces).</a:t>
            </a:r>
          </a:p>
          <a:p>
            <a:pPr algn="l">
              <a:spcAft>
                <a:spcPts val="300"/>
              </a:spcAft>
            </a:pPr>
            <a:r>
              <a:rPr sz="1200" b="0" i="0">
                <a:solidFill>
                  <a:srgbClr val="0D2547"/>
                </a:solidFill>
                <a:latin typeface="Noto Sans Symbols"/>
              </a:rPr>
              <a:t>TDMA del prototipo: hasta 5 trenes por canal.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9</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HARDWARE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DIAGRAMA DE BLOQUES DEL PROTOTIPO</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411480" y="1463040"/>
            <a:ext cx="5120640" cy="4160520"/>
          </a:xfrm>
          <a:prstGeom prst="roundRect">
            <a:avLst>
              <a:gd name="adj" fmla="val 4000"/>
            </a:avLst>
          </a:prstGeom>
          <a:solidFill>
            <a:srgbClr val="FFFFFF"/>
          </a:solidFill>
          <a:ln w="19050">
            <a:solidFill>
              <a:srgbClr val="E30D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Rectangle 1582"/>
          <p:cNvSpPr/>
          <p:nvPr/>
        </p:nvSpPr>
        <p:spPr>
          <a:xfrm>
            <a:off x="594360" y="1280160"/>
            <a:ext cx="2377440" cy="365760"/>
          </a:xfrm>
          <a:prstGeom prst="rect">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NODO TREN · T-BEAM</a:t>
            </a:r>
          </a:p>
        </p:txBody>
      </p:sp>
      <p:sp>
        <p:nvSpPr>
          <p:cNvPr id="1584" name="Rounded Rectangle 1583"/>
          <p:cNvSpPr/>
          <p:nvPr/>
        </p:nvSpPr>
        <p:spPr>
          <a:xfrm>
            <a:off x="2194560" y="3017520"/>
            <a:ext cx="1554480" cy="1051560"/>
          </a:xfrm>
          <a:prstGeom prst="roundRect">
            <a:avLst>
              <a:gd name="adj" fmla="val 1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ESP32-S3</a:t>
            </a:r>
          </a:p>
          <a:p>
            <a:pPr algn="ctr"/>
            <a:r>
              <a:rPr sz="900" b="0" i="0">
                <a:solidFill>
                  <a:srgbClr val="FFFFFF"/>
                </a:solidFill>
                <a:latin typeface="Noto Sans Symbols"/>
              </a:rPr>
              <a:t>2 núcleos, 240 MHz</a:t>
            </a:r>
          </a:p>
        </p:txBody>
      </p:sp>
      <p:sp>
        <p:nvSpPr>
          <p:cNvPr id="1585" name="Rounded Rectangle 1584"/>
          <p:cNvSpPr/>
          <p:nvPr/>
        </p:nvSpPr>
        <p:spPr>
          <a:xfrm>
            <a:off x="594360" y="187452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MAX-M10S</a:t>
            </a:r>
          </a:p>
          <a:p>
            <a:pPr algn="ctr"/>
            <a:r>
              <a:rPr sz="900" b="0" i="0">
                <a:solidFill>
                  <a:srgbClr val="5F6B7A"/>
                </a:solidFill>
                <a:latin typeface="Noto Sans Symbols"/>
              </a:rPr>
              <a:t>GNSS 10 Hz + PPS</a:t>
            </a:r>
          </a:p>
          <a:p>
            <a:pPr algn="ctr"/>
            <a:r>
              <a:rPr sz="850" b="1" i="0">
                <a:solidFill>
                  <a:srgbClr val="E30D0E"/>
                </a:solidFill>
                <a:latin typeface="Noto Sans Symbols"/>
              </a:rPr>
              <a:t>UART 460800</a:t>
            </a:r>
          </a:p>
        </p:txBody>
      </p:sp>
      <p:cxnSp>
        <p:nvCxnSpPr>
          <p:cNvPr id="1586" name="Connector 1585"/>
          <p:cNvCxnSpPr/>
          <p:nvPr/>
        </p:nvCxnSpPr>
        <p:spPr>
          <a:xfrm>
            <a:off x="1920240" y="2331720"/>
            <a:ext cx="274320" cy="1207008"/>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587" name="Rounded Rectangle 1586"/>
          <p:cNvSpPr/>
          <p:nvPr/>
        </p:nvSpPr>
        <p:spPr>
          <a:xfrm>
            <a:off x="594360" y="315468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QMI8658</a:t>
            </a:r>
          </a:p>
          <a:p>
            <a:pPr algn="ctr"/>
            <a:r>
              <a:rPr sz="900" b="0" i="0">
                <a:solidFill>
                  <a:srgbClr val="5F6B7A"/>
                </a:solidFill>
                <a:latin typeface="Noto Sans Symbols"/>
              </a:rPr>
              <a:t>IMU 6 ejes</a:t>
            </a:r>
          </a:p>
          <a:p>
            <a:pPr algn="ctr"/>
            <a:r>
              <a:rPr sz="850" b="1" i="0">
                <a:solidFill>
                  <a:srgbClr val="E30D0E"/>
                </a:solidFill>
                <a:latin typeface="Noto Sans Symbols"/>
              </a:rPr>
              <a:t>SPI</a:t>
            </a:r>
          </a:p>
        </p:txBody>
      </p:sp>
      <p:cxnSp>
        <p:nvCxnSpPr>
          <p:cNvPr id="1588" name="Connector 1587"/>
          <p:cNvCxnSpPr/>
          <p:nvPr/>
        </p:nvCxnSpPr>
        <p:spPr>
          <a:xfrm flipV="1">
            <a:off x="1920240" y="3538728"/>
            <a:ext cx="274320" cy="7315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589" name="Rounded Rectangle 1588"/>
          <p:cNvSpPr/>
          <p:nvPr/>
        </p:nvSpPr>
        <p:spPr>
          <a:xfrm>
            <a:off x="594360" y="443484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AXP2101 + 18650</a:t>
            </a:r>
          </a:p>
          <a:p>
            <a:pPr algn="ctr"/>
            <a:r>
              <a:rPr sz="900" b="0" i="0">
                <a:solidFill>
                  <a:srgbClr val="5F6B7A"/>
                </a:solidFill>
                <a:latin typeface="Noto Sans Symbols"/>
              </a:rPr>
              <a:t>PMU y batería</a:t>
            </a:r>
          </a:p>
          <a:p>
            <a:pPr algn="ctr"/>
            <a:r>
              <a:rPr sz="850" b="1" i="0">
                <a:solidFill>
                  <a:srgbClr val="E30D0E"/>
                </a:solidFill>
                <a:latin typeface="Noto Sans Symbols"/>
              </a:rPr>
              <a:t>I2C</a:t>
            </a:r>
          </a:p>
        </p:txBody>
      </p:sp>
      <p:cxnSp>
        <p:nvCxnSpPr>
          <p:cNvPr id="1590" name="Connector 1589"/>
          <p:cNvCxnSpPr/>
          <p:nvPr/>
        </p:nvCxnSpPr>
        <p:spPr>
          <a:xfrm flipV="1">
            <a:off x="1920240" y="3538728"/>
            <a:ext cx="274320" cy="135331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591" name="Rounded Rectangle 1590"/>
          <p:cNvSpPr/>
          <p:nvPr/>
        </p:nvSpPr>
        <p:spPr>
          <a:xfrm>
            <a:off x="4023360" y="187452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SX1262</a:t>
            </a:r>
          </a:p>
          <a:p>
            <a:pPr algn="ctr"/>
            <a:r>
              <a:rPr sz="900" b="0" i="0">
                <a:solidFill>
                  <a:srgbClr val="5F6B7A"/>
                </a:solidFill>
                <a:latin typeface="Noto Sans Symbols"/>
              </a:rPr>
              <a:t>LoRa 925 MHz</a:t>
            </a:r>
          </a:p>
          <a:p>
            <a:pPr algn="ctr"/>
            <a:r>
              <a:rPr sz="850" b="1" i="0">
                <a:solidFill>
                  <a:srgbClr val="E30D0E"/>
                </a:solidFill>
                <a:latin typeface="Noto Sans Symbols"/>
              </a:rPr>
              <a:t>SPI</a:t>
            </a:r>
          </a:p>
        </p:txBody>
      </p:sp>
      <p:cxnSp>
        <p:nvCxnSpPr>
          <p:cNvPr id="1592" name="Connector 1591"/>
          <p:cNvCxnSpPr/>
          <p:nvPr/>
        </p:nvCxnSpPr>
        <p:spPr>
          <a:xfrm flipH="1">
            <a:off x="3749039" y="2331720"/>
            <a:ext cx="274321" cy="1207008"/>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593" name="Rounded Rectangle 1592"/>
          <p:cNvSpPr/>
          <p:nvPr/>
        </p:nvSpPr>
        <p:spPr>
          <a:xfrm>
            <a:off x="4023360" y="315468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OLED SH1106</a:t>
            </a:r>
          </a:p>
          <a:p>
            <a:pPr algn="ctr"/>
            <a:r>
              <a:rPr sz="900" b="0" i="0">
                <a:solidFill>
                  <a:srgbClr val="5F6B7A"/>
                </a:solidFill>
                <a:latin typeface="Noto Sans Symbols"/>
              </a:rPr>
              <a:t>pantalla</a:t>
            </a:r>
          </a:p>
          <a:p>
            <a:pPr algn="ctr"/>
            <a:r>
              <a:rPr sz="850" b="1" i="0">
                <a:solidFill>
                  <a:srgbClr val="E30D0E"/>
                </a:solidFill>
                <a:latin typeface="Noto Sans Symbols"/>
              </a:rPr>
              <a:t>I2C</a:t>
            </a:r>
          </a:p>
        </p:txBody>
      </p:sp>
      <p:cxnSp>
        <p:nvCxnSpPr>
          <p:cNvPr id="1594" name="Connector 1593"/>
          <p:cNvCxnSpPr/>
          <p:nvPr/>
        </p:nvCxnSpPr>
        <p:spPr>
          <a:xfrm flipH="1" flipV="1">
            <a:off x="3749039" y="3538728"/>
            <a:ext cx="274321" cy="7315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595" name="Rounded Rectangle 1594"/>
          <p:cNvSpPr/>
          <p:nvPr/>
        </p:nvSpPr>
        <p:spPr>
          <a:xfrm>
            <a:off x="4023360" y="443484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microSD</a:t>
            </a:r>
          </a:p>
          <a:p>
            <a:pPr algn="ctr"/>
            <a:r>
              <a:rPr sz="900" b="0" i="0">
                <a:solidFill>
                  <a:srgbClr val="5F6B7A"/>
                </a:solidFill>
                <a:latin typeface="Noto Sans Symbols"/>
              </a:rPr>
              <a:t>registro CSV</a:t>
            </a:r>
          </a:p>
          <a:p>
            <a:pPr algn="ctr"/>
            <a:r>
              <a:rPr sz="850" b="1" i="0">
                <a:solidFill>
                  <a:srgbClr val="E30D0E"/>
                </a:solidFill>
                <a:latin typeface="Noto Sans Symbols"/>
              </a:rPr>
              <a:t>SPI</a:t>
            </a:r>
          </a:p>
        </p:txBody>
      </p:sp>
      <p:cxnSp>
        <p:nvCxnSpPr>
          <p:cNvPr id="1596" name="Connector 1595"/>
          <p:cNvCxnSpPr/>
          <p:nvPr/>
        </p:nvCxnSpPr>
        <p:spPr>
          <a:xfrm flipH="1" flipV="1">
            <a:off x="3749039" y="3538728"/>
            <a:ext cx="274321" cy="135331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597" name="Rounded Rectangle 1596"/>
          <p:cNvSpPr/>
          <p:nvPr/>
        </p:nvSpPr>
        <p:spPr>
          <a:xfrm>
            <a:off x="6629400" y="1463040"/>
            <a:ext cx="5120640" cy="4160520"/>
          </a:xfrm>
          <a:prstGeom prst="roundRect">
            <a:avLst>
              <a:gd name="adj" fmla="val 4000"/>
            </a:avLst>
          </a:prstGeom>
          <a:solidFill>
            <a:srgbClr val="FFFFFF"/>
          </a:solidFill>
          <a:ln w="19050">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8" name="Rectangle 1597"/>
          <p:cNvSpPr/>
          <p:nvPr/>
        </p:nvSpPr>
        <p:spPr>
          <a:xfrm>
            <a:off x="6812280" y="1280160"/>
            <a:ext cx="2377440" cy="365760"/>
          </a:xfrm>
          <a:prstGeom prst="rect">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NODO CRUCE · T-BEAM</a:t>
            </a:r>
          </a:p>
        </p:txBody>
      </p:sp>
      <p:sp>
        <p:nvSpPr>
          <p:cNvPr id="1599" name="Rounded Rectangle 1598"/>
          <p:cNvSpPr/>
          <p:nvPr/>
        </p:nvSpPr>
        <p:spPr>
          <a:xfrm>
            <a:off x="8412480" y="3017520"/>
            <a:ext cx="1554480" cy="1051560"/>
          </a:xfrm>
          <a:prstGeom prst="roundRect">
            <a:avLst>
              <a:gd name="adj" fmla="val 1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ESP32-S3</a:t>
            </a:r>
          </a:p>
          <a:p>
            <a:pPr algn="ctr"/>
            <a:r>
              <a:rPr sz="900" b="0" i="0">
                <a:solidFill>
                  <a:srgbClr val="FFFFFF"/>
                </a:solidFill>
                <a:latin typeface="Noto Sans Symbols"/>
              </a:rPr>
              <a:t>2 núcleos, 240 MHz</a:t>
            </a:r>
          </a:p>
        </p:txBody>
      </p:sp>
      <p:sp>
        <p:nvSpPr>
          <p:cNvPr id="1600" name="Rounded Rectangle 1599"/>
          <p:cNvSpPr/>
          <p:nvPr/>
        </p:nvSpPr>
        <p:spPr>
          <a:xfrm>
            <a:off x="6812280" y="187452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SX1262</a:t>
            </a:r>
          </a:p>
          <a:p>
            <a:pPr algn="ctr"/>
            <a:r>
              <a:rPr sz="900" b="0" i="0">
                <a:solidFill>
                  <a:srgbClr val="5F6B7A"/>
                </a:solidFill>
                <a:latin typeface="Noto Sans Symbols"/>
              </a:rPr>
              <a:t>LoRa 925 MHz</a:t>
            </a:r>
          </a:p>
          <a:p>
            <a:pPr algn="ctr"/>
            <a:r>
              <a:rPr sz="850" b="1" i="0">
                <a:solidFill>
                  <a:srgbClr val="107439"/>
                </a:solidFill>
                <a:latin typeface="Noto Sans Symbols"/>
              </a:rPr>
              <a:t>SPI</a:t>
            </a:r>
          </a:p>
        </p:txBody>
      </p:sp>
      <p:cxnSp>
        <p:nvCxnSpPr>
          <p:cNvPr id="1601" name="Connector 1600"/>
          <p:cNvCxnSpPr/>
          <p:nvPr/>
        </p:nvCxnSpPr>
        <p:spPr>
          <a:xfrm>
            <a:off x="8138160" y="2331720"/>
            <a:ext cx="274320" cy="1207008"/>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602" name="Rounded Rectangle 1601"/>
          <p:cNvSpPr/>
          <p:nvPr/>
        </p:nvSpPr>
        <p:spPr>
          <a:xfrm>
            <a:off x="6812280" y="315468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OLED SH1106</a:t>
            </a:r>
          </a:p>
          <a:p>
            <a:pPr algn="ctr"/>
            <a:r>
              <a:rPr sz="900" b="0" i="0">
                <a:solidFill>
                  <a:srgbClr val="5F6B7A"/>
                </a:solidFill>
                <a:latin typeface="Noto Sans Symbols"/>
              </a:rPr>
              <a:t>pantalla</a:t>
            </a:r>
          </a:p>
          <a:p>
            <a:pPr algn="ctr"/>
            <a:r>
              <a:rPr sz="850" b="1" i="0">
                <a:solidFill>
                  <a:srgbClr val="107439"/>
                </a:solidFill>
                <a:latin typeface="Noto Sans Symbols"/>
              </a:rPr>
              <a:t>I2C</a:t>
            </a:r>
          </a:p>
        </p:txBody>
      </p:sp>
      <p:cxnSp>
        <p:nvCxnSpPr>
          <p:cNvPr id="1603" name="Connector 1602"/>
          <p:cNvCxnSpPr/>
          <p:nvPr/>
        </p:nvCxnSpPr>
        <p:spPr>
          <a:xfrm flipV="1">
            <a:off x="8138160" y="3538728"/>
            <a:ext cx="274320" cy="7315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604" name="Rounded Rectangle 1603"/>
          <p:cNvSpPr/>
          <p:nvPr/>
        </p:nvSpPr>
        <p:spPr>
          <a:xfrm>
            <a:off x="6812280" y="443484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microSD</a:t>
            </a:r>
          </a:p>
          <a:p>
            <a:pPr algn="ctr"/>
            <a:r>
              <a:rPr sz="900" b="0" i="0">
                <a:solidFill>
                  <a:srgbClr val="5F6B7A"/>
                </a:solidFill>
                <a:latin typeface="Noto Sans Symbols"/>
              </a:rPr>
              <a:t>registro CSV</a:t>
            </a:r>
          </a:p>
          <a:p>
            <a:pPr algn="ctr"/>
            <a:r>
              <a:rPr sz="850" b="1" i="0">
                <a:solidFill>
                  <a:srgbClr val="107439"/>
                </a:solidFill>
                <a:latin typeface="Noto Sans Symbols"/>
              </a:rPr>
              <a:t>SPI</a:t>
            </a:r>
          </a:p>
        </p:txBody>
      </p:sp>
      <p:cxnSp>
        <p:nvCxnSpPr>
          <p:cNvPr id="1605" name="Connector 1604"/>
          <p:cNvCxnSpPr/>
          <p:nvPr/>
        </p:nvCxnSpPr>
        <p:spPr>
          <a:xfrm flipV="1">
            <a:off x="8138160" y="3538728"/>
            <a:ext cx="274320" cy="135331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606" name="Rounded Rectangle 1605"/>
          <p:cNvSpPr/>
          <p:nvPr/>
        </p:nvSpPr>
        <p:spPr>
          <a:xfrm>
            <a:off x="10241280" y="187452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MAX-M10S</a:t>
            </a:r>
          </a:p>
          <a:p>
            <a:pPr algn="ctr"/>
            <a:r>
              <a:rPr sz="900" b="0" i="0">
                <a:solidFill>
                  <a:srgbClr val="5F6B7A"/>
                </a:solidFill>
                <a:latin typeface="Noto Sans Symbols"/>
              </a:rPr>
              <a:t>GNSS 10 Hz + PPS</a:t>
            </a:r>
          </a:p>
          <a:p>
            <a:pPr algn="ctr"/>
            <a:r>
              <a:rPr sz="850" b="1" i="0">
                <a:solidFill>
                  <a:srgbClr val="107439"/>
                </a:solidFill>
                <a:latin typeface="Noto Sans Symbols"/>
              </a:rPr>
              <a:t>UART 460800</a:t>
            </a:r>
          </a:p>
        </p:txBody>
      </p:sp>
      <p:cxnSp>
        <p:nvCxnSpPr>
          <p:cNvPr id="1607" name="Connector 1606"/>
          <p:cNvCxnSpPr/>
          <p:nvPr/>
        </p:nvCxnSpPr>
        <p:spPr>
          <a:xfrm flipH="1">
            <a:off x="9966960" y="2331720"/>
            <a:ext cx="274320" cy="1207008"/>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608" name="Rounded Rectangle 1607"/>
          <p:cNvSpPr/>
          <p:nvPr/>
        </p:nvSpPr>
        <p:spPr>
          <a:xfrm>
            <a:off x="10241280" y="315468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QMI8658</a:t>
            </a:r>
          </a:p>
          <a:p>
            <a:pPr algn="ctr"/>
            <a:r>
              <a:rPr sz="900" b="0" i="0">
                <a:solidFill>
                  <a:srgbClr val="5F6B7A"/>
                </a:solidFill>
                <a:latin typeface="Noto Sans Symbols"/>
              </a:rPr>
              <a:t>IMU 6 ejes</a:t>
            </a:r>
          </a:p>
          <a:p>
            <a:pPr algn="ctr"/>
            <a:r>
              <a:rPr sz="850" b="1" i="0">
                <a:solidFill>
                  <a:srgbClr val="107439"/>
                </a:solidFill>
                <a:latin typeface="Noto Sans Symbols"/>
              </a:rPr>
              <a:t>SPI</a:t>
            </a:r>
          </a:p>
        </p:txBody>
      </p:sp>
      <p:cxnSp>
        <p:nvCxnSpPr>
          <p:cNvPr id="1609" name="Connector 1608"/>
          <p:cNvCxnSpPr/>
          <p:nvPr/>
        </p:nvCxnSpPr>
        <p:spPr>
          <a:xfrm flipH="1" flipV="1">
            <a:off x="9966960" y="3538728"/>
            <a:ext cx="274320" cy="7315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sp>
        <p:nvSpPr>
          <p:cNvPr id="1610" name="Rounded Rectangle 1609"/>
          <p:cNvSpPr/>
          <p:nvPr/>
        </p:nvSpPr>
        <p:spPr>
          <a:xfrm>
            <a:off x="10241280" y="4434840"/>
            <a:ext cx="1325880" cy="9144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AXP2101 + 18650</a:t>
            </a:r>
          </a:p>
          <a:p>
            <a:pPr algn="ctr"/>
            <a:r>
              <a:rPr sz="900" b="0" i="0">
                <a:solidFill>
                  <a:srgbClr val="5F6B7A"/>
                </a:solidFill>
                <a:latin typeface="Noto Sans Symbols"/>
              </a:rPr>
              <a:t>PMU y batería</a:t>
            </a:r>
          </a:p>
          <a:p>
            <a:pPr algn="ctr"/>
            <a:r>
              <a:rPr sz="850" b="1" i="0">
                <a:solidFill>
                  <a:srgbClr val="107439"/>
                </a:solidFill>
                <a:latin typeface="Noto Sans Symbols"/>
              </a:rPr>
              <a:t>I2C</a:t>
            </a:r>
          </a:p>
        </p:txBody>
      </p:sp>
      <p:cxnSp>
        <p:nvCxnSpPr>
          <p:cNvPr id="1611" name="Connector 1610"/>
          <p:cNvCxnSpPr/>
          <p:nvPr/>
        </p:nvCxnSpPr>
        <p:spPr>
          <a:xfrm flipH="1" flipV="1">
            <a:off x="9966960" y="3538728"/>
            <a:ext cx="274320" cy="1353312"/>
          </a:xfrm>
          <a:prstGeom prst="line">
            <a:avLst/>
          </a:prstGeom>
          <a:ln w="12700">
            <a:solidFill>
              <a:srgbClr val="5F6B7A"/>
            </a:solidFill>
          </a:ln>
        </p:spPr>
        <p:style>
          <a:lnRef idx="2">
            <a:schemeClr val="accent1"/>
          </a:lnRef>
          <a:fillRef idx="0">
            <a:schemeClr val="accent1"/>
          </a:fillRef>
          <a:effectRef idx="1">
            <a:schemeClr val="accent1"/>
          </a:effectRef>
          <a:fontRef idx="minor">
            <a:schemeClr val="tx1"/>
          </a:fontRef>
        </p:style>
      </p:cxnSp>
      <p:cxnSp>
        <p:nvCxnSpPr>
          <p:cNvPr id="1612" name="Connector 1611"/>
          <p:cNvCxnSpPr/>
          <p:nvPr/>
        </p:nvCxnSpPr>
        <p:spPr>
          <a:xfrm>
            <a:off x="5349240" y="2331720"/>
            <a:ext cx="1463040" cy="0"/>
          </a:xfrm>
          <a:prstGeom prst="line">
            <a:avLst/>
          </a:prstGeom>
          <a:ln w="22225">
            <a:solidFill>
              <a:srgbClr val="E30D0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13" name="TextBox 1612"/>
          <p:cNvSpPr txBox="1"/>
          <p:nvPr/>
        </p:nvSpPr>
        <p:spPr>
          <a:xfrm>
            <a:off x="5550408" y="1737360"/>
            <a:ext cx="1060704" cy="548640"/>
          </a:xfrm>
          <a:prstGeom prst="rect">
            <a:avLst/>
          </a:prstGeom>
          <a:noFill/>
        </p:spPr>
        <p:txBody>
          <a:bodyPr wrap="square" anchor="b" lIns="0" rIns="0" tIns="0" bIns="0">
            <a:spAutoFit/>
          </a:bodyPr>
          <a:lstStyle/>
          <a:p>
            <a:pPr algn="ctr"/>
            <a:r>
              <a:rPr sz="900" b="1" i="0">
                <a:solidFill>
                  <a:srgbClr val="E30D0E"/>
                </a:solidFill>
                <a:latin typeface="Noto Sans Symbols"/>
              </a:rPr>
              <a:t>beacon 35 B</a:t>
            </a:r>
          </a:p>
          <a:p>
            <a:pPr algn="ctr"/>
            <a:r>
              <a:rPr sz="900" b="1" i="0">
                <a:solidFill>
                  <a:srgbClr val="E30D0E"/>
                </a:solidFill>
                <a:latin typeface="Noto Sans Symbols"/>
              </a:rPr>
              <a:t>cada 100 ms</a:t>
            </a:r>
          </a:p>
        </p:txBody>
      </p:sp>
      <p:sp>
        <p:nvSpPr>
          <p:cNvPr id="1614" name="Rounded Rectangle 1613"/>
          <p:cNvSpPr/>
          <p:nvPr/>
        </p:nvSpPr>
        <p:spPr>
          <a:xfrm>
            <a:off x="6629400" y="5779008"/>
            <a:ext cx="804672" cy="502920"/>
          </a:xfrm>
          <a:prstGeom prst="roundRect">
            <a:avLst>
              <a:gd name="adj" fmla="val 12000"/>
            </a:avLst>
          </a:prstGeom>
          <a:solidFill>
            <a:srgbClr val="DFF1D7"/>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850" b="1" i="0">
                <a:solidFill>
                  <a:srgbClr val="107439"/>
                </a:solidFill>
                <a:latin typeface="Noto Sans Symbols"/>
              </a:rPr>
              <a:t>LED peatonal</a:t>
            </a:r>
          </a:p>
        </p:txBody>
      </p:sp>
      <p:sp>
        <p:nvSpPr>
          <p:cNvPr id="1615" name="Rounded Rectangle 1614"/>
          <p:cNvSpPr/>
          <p:nvPr/>
        </p:nvSpPr>
        <p:spPr>
          <a:xfrm>
            <a:off x="7488936" y="5779008"/>
            <a:ext cx="804672" cy="502920"/>
          </a:xfrm>
          <a:prstGeom prst="roundRect">
            <a:avLst>
              <a:gd name="adj" fmla="val 12000"/>
            </a:avLst>
          </a:prstGeom>
          <a:solidFill>
            <a:srgbClr val="DFF1D7"/>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850" b="1" i="0">
                <a:solidFill>
                  <a:srgbClr val="107439"/>
                </a:solidFill>
                <a:latin typeface="Noto Sans Symbols"/>
              </a:rPr>
              <a:t>Luces de barrera</a:t>
            </a:r>
          </a:p>
        </p:txBody>
      </p:sp>
      <p:sp>
        <p:nvSpPr>
          <p:cNvPr id="1616" name="Rounded Rectangle 1615"/>
          <p:cNvSpPr/>
          <p:nvPr/>
        </p:nvSpPr>
        <p:spPr>
          <a:xfrm>
            <a:off x="8348471" y="5779008"/>
            <a:ext cx="804672" cy="502920"/>
          </a:xfrm>
          <a:prstGeom prst="roundRect">
            <a:avLst>
              <a:gd name="adj" fmla="val 12000"/>
            </a:avLst>
          </a:prstGeom>
          <a:solidFill>
            <a:srgbClr val="DFF1D7"/>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850" b="1" i="0">
                <a:solidFill>
                  <a:srgbClr val="107439"/>
                </a:solidFill>
                <a:latin typeface="Noto Sans Symbols"/>
              </a:rPr>
              <a:t>OTRO TREN</a:t>
            </a:r>
          </a:p>
        </p:txBody>
      </p:sp>
      <p:sp>
        <p:nvSpPr>
          <p:cNvPr id="1617" name="Rounded Rectangle 1616"/>
          <p:cNvSpPr/>
          <p:nvPr/>
        </p:nvSpPr>
        <p:spPr>
          <a:xfrm>
            <a:off x="9208008" y="5779008"/>
            <a:ext cx="804672" cy="502920"/>
          </a:xfrm>
          <a:prstGeom prst="roundRect">
            <a:avLst>
              <a:gd name="adj" fmla="val 12000"/>
            </a:avLst>
          </a:prstGeom>
          <a:solidFill>
            <a:srgbClr val="DFF1D7"/>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850" b="1" i="0">
                <a:solidFill>
                  <a:srgbClr val="107439"/>
                </a:solidFill>
                <a:latin typeface="Noto Sans Symbols"/>
              </a:rPr>
              <a:t>Buzzer</a:t>
            </a:r>
          </a:p>
        </p:txBody>
      </p:sp>
      <p:sp>
        <p:nvSpPr>
          <p:cNvPr id="1618" name="Rounded Rectangle 1617"/>
          <p:cNvSpPr/>
          <p:nvPr/>
        </p:nvSpPr>
        <p:spPr>
          <a:xfrm>
            <a:off x="10067544" y="5779008"/>
            <a:ext cx="804672" cy="502920"/>
          </a:xfrm>
          <a:prstGeom prst="roundRect">
            <a:avLst>
              <a:gd name="adj" fmla="val 12000"/>
            </a:avLst>
          </a:prstGeom>
          <a:solidFill>
            <a:srgbClr val="DFF1D7"/>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850" b="1" i="0">
                <a:solidFill>
                  <a:srgbClr val="107439"/>
                </a:solidFill>
                <a:latin typeface="Noto Sans Symbols"/>
              </a:rPr>
              <a:t>Servo</a:t>
            </a:r>
          </a:p>
        </p:txBody>
      </p:sp>
      <p:sp>
        <p:nvSpPr>
          <p:cNvPr id="1619" name="Rounded Rectangle 1618"/>
          <p:cNvSpPr/>
          <p:nvPr/>
        </p:nvSpPr>
        <p:spPr>
          <a:xfrm>
            <a:off x="10927080" y="5779008"/>
            <a:ext cx="804672" cy="502920"/>
          </a:xfrm>
          <a:prstGeom prst="roundRect">
            <a:avLst>
              <a:gd name="adj" fmla="val 12000"/>
            </a:avLst>
          </a:prstGeom>
          <a:solidFill>
            <a:srgbClr val="DFF1D7"/>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850" b="1" i="0">
                <a:solidFill>
                  <a:srgbClr val="107439"/>
                </a:solidFill>
                <a:latin typeface="Noto Sans Symbols"/>
              </a:rPr>
              <a:t>Interruptor de vía</a:t>
            </a:r>
          </a:p>
        </p:txBody>
      </p:sp>
      <p:sp>
        <p:nvSpPr>
          <p:cNvPr id="1620" name="TextBox 1619"/>
          <p:cNvSpPr txBox="1"/>
          <p:nvPr/>
        </p:nvSpPr>
        <p:spPr>
          <a:xfrm>
            <a:off x="411480" y="5779008"/>
            <a:ext cx="5852160" cy="502920"/>
          </a:xfrm>
          <a:prstGeom prst="rect">
            <a:avLst/>
          </a:prstGeom>
          <a:noFill/>
        </p:spPr>
        <p:txBody>
          <a:bodyPr wrap="square" anchor="ctr" lIns="36576" rIns="36576" tIns="36576" bIns="36576">
            <a:spAutoFit/>
          </a:bodyPr>
          <a:lstStyle/>
          <a:p>
            <a:pPr algn="l"/>
            <a:r>
              <a:rPr sz="950" b="0" i="0">
                <a:solidFill>
                  <a:srgbClr val="5F6B7A"/>
                </a:solidFill>
                <a:latin typeface="Noto Sans Symbols"/>
              </a:rPr>
              <a:t>Externos del cruce (abajo a la derecha): módulos comprados en el header de la placa. Detalle de pines en Diseño electrónico.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10</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HARDWARE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DIAGRAMA DE BLOQUES DEL PRODUCTO</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411480" y="1371600"/>
            <a:ext cx="5394960" cy="4892040"/>
          </a:xfrm>
          <a:prstGeom prst="roundRect">
            <a:avLst>
              <a:gd name="adj" fmla="val 3000"/>
            </a:avLst>
          </a:prstGeom>
          <a:solidFill>
            <a:srgbClr val="FFFFFF"/>
          </a:solidFill>
          <a:ln w="19050">
            <a:solidFill>
              <a:srgbClr val="E30D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Rectangle 1582"/>
          <p:cNvSpPr/>
          <p:nvPr/>
        </p:nvSpPr>
        <p:spPr>
          <a:xfrm>
            <a:off x="594360" y="1188720"/>
            <a:ext cx="2377440" cy="365760"/>
          </a:xfrm>
          <a:prstGeom prst="rect">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NODO TREN</a:t>
            </a:r>
          </a:p>
        </p:txBody>
      </p:sp>
      <p:sp>
        <p:nvSpPr>
          <p:cNvPr id="1584" name="Rounded Rectangle 1583"/>
          <p:cNvSpPr/>
          <p:nvPr/>
        </p:nvSpPr>
        <p:spPr>
          <a:xfrm>
            <a:off x="640080" y="1783080"/>
            <a:ext cx="1600200" cy="685800"/>
          </a:xfrm>
          <a:prstGeom prst="roundRect">
            <a:avLst>
              <a:gd name="adj" fmla="val 10000"/>
            </a:avLst>
          </a:prstGeom>
          <a:solidFill>
            <a:srgbClr val="FDEBD8"/>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0D2547"/>
                </a:solidFill>
                <a:latin typeface="Noto Sans Symbols"/>
              </a:rPr>
              <a:t>Tensión de a bordo</a:t>
            </a:r>
          </a:p>
          <a:p>
            <a:pPr algn="ctr"/>
            <a:r>
              <a:rPr sz="900" b="0" i="0">
                <a:solidFill>
                  <a:srgbClr val="5F6B7A"/>
                </a:solidFill>
                <a:latin typeface="Noto Sans Symbols"/>
              </a:rPr>
              <a:t>24 a 110 Vcc</a:t>
            </a:r>
          </a:p>
        </p:txBody>
      </p:sp>
      <p:sp>
        <p:nvSpPr>
          <p:cNvPr id="1585" name="Rounded Rectangle 1584"/>
          <p:cNvSpPr/>
          <p:nvPr/>
        </p:nvSpPr>
        <p:spPr>
          <a:xfrm>
            <a:off x="640080" y="2788920"/>
            <a:ext cx="1600200" cy="685800"/>
          </a:xfrm>
          <a:prstGeom prst="roundRect">
            <a:avLst>
              <a:gd name="adj" fmla="val 10000"/>
            </a:avLst>
          </a:prstGeom>
          <a:solidFill>
            <a:srgbClr val="FDEBD8"/>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0D2547"/>
                </a:solidFill>
                <a:latin typeface="Noto Sans Symbols"/>
              </a:rPr>
              <a:t>DC-DC aislado</a:t>
            </a:r>
          </a:p>
          <a:p>
            <a:pPr algn="ctr"/>
            <a:r>
              <a:rPr sz="900" b="0" i="0">
                <a:solidFill>
                  <a:srgbClr val="5F6B7A"/>
                </a:solidFill>
                <a:latin typeface="Noto Sans Symbols"/>
              </a:rPr>
              <a:t>EN 50155, a 12 V</a:t>
            </a:r>
          </a:p>
        </p:txBody>
      </p:sp>
      <p:sp>
        <p:nvSpPr>
          <p:cNvPr id="1586" name="Rounded Rectangle 1585"/>
          <p:cNvSpPr/>
          <p:nvPr/>
        </p:nvSpPr>
        <p:spPr>
          <a:xfrm>
            <a:off x="640080" y="3794760"/>
            <a:ext cx="1600200" cy="685800"/>
          </a:xfrm>
          <a:prstGeom prst="roundRect">
            <a:avLst>
              <a:gd name="adj" fmla="val 10000"/>
            </a:avLst>
          </a:prstGeom>
          <a:solidFill>
            <a:srgbClr val="FDEBD8"/>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0D2547"/>
                </a:solidFill>
                <a:latin typeface="Noto Sans Symbols"/>
              </a:rPr>
              <a:t>Buck 3,3 V</a:t>
            </a:r>
          </a:p>
          <a:p>
            <a:pPr algn="ctr"/>
            <a:r>
              <a:rPr sz="900" b="0" i="0">
                <a:solidFill>
                  <a:srgbClr val="5F6B7A"/>
                </a:solidFill>
                <a:latin typeface="Noto Sans Symbols"/>
              </a:rPr>
              <a:t>lógica</a:t>
            </a:r>
          </a:p>
        </p:txBody>
      </p:sp>
      <p:cxnSp>
        <p:nvCxnSpPr>
          <p:cNvPr id="1587" name="Connector 1586"/>
          <p:cNvCxnSpPr/>
          <p:nvPr/>
        </p:nvCxnSpPr>
        <p:spPr>
          <a:xfrm>
            <a:off x="1440180" y="2468880"/>
            <a:ext cx="0" cy="32004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88" name="Connector 1587"/>
          <p:cNvCxnSpPr/>
          <p:nvPr/>
        </p:nvCxnSpPr>
        <p:spPr>
          <a:xfrm>
            <a:off x="1440180" y="3474720"/>
            <a:ext cx="0" cy="32004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9" name="Rounded Rectangle 1588"/>
          <p:cNvSpPr/>
          <p:nvPr/>
        </p:nvSpPr>
        <p:spPr>
          <a:xfrm>
            <a:off x="2606040" y="3520440"/>
            <a:ext cx="1463040" cy="914400"/>
          </a:xfrm>
          <a:prstGeom prst="roundRect">
            <a:avLst>
              <a:gd name="adj" fmla="val 1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Noto Sans Symbols"/>
              </a:rPr>
              <a:t>ESP32-S3</a:t>
            </a:r>
          </a:p>
          <a:p>
            <a:pPr algn="ctr"/>
            <a:r>
              <a:rPr sz="900" b="0" i="0">
                <a:solidFill>
                  <a:srgbClr val="FFFFFF"/>
                </a:solidFill>
                <a:latin typeface="Noto Sans Symbols"/>
              </a:rPr>
              <a:t>WROOM-1</a:t>
            </a:r>
          </a:p>
        </p:txBody>
      </p:sp>
      <p:cxnSp>
        <p:nvCxnSpPr>
          <p:cNvPr id="1590" name="Connector 1589"/>
          <p:cNvCxnSpPr/>
          <p:nvPr/>
        </p:nvCxnSpPr>
        <p:spPr>
          <a:xfrm flipV="1">
            <a:off x="2240280" y="4023360"/>
            <a:ext cx="365760" cy="109727"/>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1" name="Rounded Rectangle 1590"/>
          <p:cNvSpPr/>
          <p:nvPr/>
        </p:nvSpPr>
        <p:spPr>
          <a:xfrm>
            <a:off x="4343400" y="1783080"/>
            <a:ext cx="132588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Raveon RV-M7-GX</a:t>
            </a:r>
          </a:p>
          <a:p>
            <a:pPr algn="ctr"/>
            <a:r>
              <a:rPr sz="850" b="0" i="0">
                <a:solidFill>
                  <a:srgbClr val="5F6B7A"/>
                </a:solidFill>
                <a:latin typeface="Noto Sans Symbols"/>
              </a:rPr>
              <a:t>UHF 460 MHz, 2 W</a:t>
            </a:r>
          </a:p>
        </p:txBody>
      </p:sp>
      <p:sp>
        <p:nvSpPr>
          <p:cNvPr id="1592" name="Rounded Rectangle 1591"/>
          <p:cNvSpPr/>
          <p:nvPr/>
        </p:nvSpPr>
        <p:spPr>
          <a:xfrm>
            <a:off x="4343400" y="2788920"/>
            <a:ext cx="132588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MAX3232</a:t>
            </a:r>
          </a:p>
          <a:p>
            <a:pPr algn="ctr"/>
            <a:r>
              <a:rPr sz="850" b="0" i="0">
                <a:solidFill>
                  <a:srgbClr val="5F6B7A"/>
                </a:solidFill>
                <a:latin typeface="Noto Sans Symbols"/>
              </a:rPr>
              <a:t>RS-232 a TTL</a:t>
            </a:r>
          </a:p>
        </p:txBody>
      </p:sp>
      <p:sp>
        <p:nvSpPr>
          <p:cNvPr id="1593" name="Rounded Rectangle 1592"/>
          <p:cNvSpPr/>
          <p:nvPr/>
        </p:nvSpPr>
        <p:spPr>
          <a:xfrm>
            <a:off x="4343400" y="3794760"/>
            <a:ext cx="132588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MAX-M10S</a:t>
            </a:r>
          </a:p>
          <a:p>
            <a:pPr algn="ctr"/>
            <a:r>
              <a:rPr sz="850" b="0" i="0">
                <a:solidFill>
                  <a:srgbClr val="5F6B7A"/>
                </a:solidFill>
                <a:latin typeface="Noto Sans Symbols"/>
              </a:rPr>
              <a:t>GNSS + PPS</a:t>
            </a:r>
          </a:p>
        </p:txBody>
      </p:sp>
      <p:sp>
        <p:nvSpPr>
          <p:cNvPr id="1594" name="Rounded Rectangle 1593"/>
          <p:cNvSpPr/>
          <p:nvPr/>
        </p:nvSpPr>
        <p:spPr>
          <a:xfrm>
            <a:off x="4343400" y="4800600"/>
            <a:ext cx="132588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BMI088</a:t>
            </a:r>
          </a:p>
          <a:p>
            <a:pPr algn="ctr"/>
            <a:r>
              <a:rPr sz="850" b="0" i="0">
                <a:solidFill>
                  <a:srgbClr val="5F6B7A"/>
                </a:solidFill>
                <a:latin typeface="Noto Sans Symbols"/>
              </a:rPr>
              <a:t>IMU, solo tren</a:t>
            </a:r>
          </a:p>
        </p:txBody>
      </p:sp>
      <p:sp>
        <p:nvSpPr>
          <p:cNvPr id="1595" name="Rounded Rectangle 1594"/>
          <p:cNvSpPr/>
          <p:nvPr/>
        </p:nvSpPr>
        <p:spPr>
          <a:xfrm>
            <a:off x="2606040" y="5074920"/>
            <a:ext cx="132588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TPL5010</a:t>
            </a:r>
          </a:p>
          <a:p>
            <a:pPr algn="ctr"/>
            <a:r>
              <a:rPr sz="850" b="0" i="0">
                <a:solidFill>
                  <a:srgbClr val="5F6B7A"/>
                </a:solidFill>
                <a:latin typeface="Noto Sans Symbols"/>
              </a:rPr>
              <a:t>watchdog externo</a:t>
            </a:r>
          </a:p>
        </p:txBody>
      </p:sp>
      <p:cxnSp>
        <p:nvCxnSpPr>
          <p:cNvPr id="1596" name="Connector 1595"/>
          <p:cNvCxnSpPr/>
          <p:nvPr/>
        </p:nvCxnSpPr>
        <p:spPr>
          <a:xfrm>
            <a:off x="5006340" y="2468880"/>
            <a:ext cx="0" cy="320040"/>
          </a:xfrm>
          <a:prstGeom prst="line">
            <a:avLst/>
          </a:prstGeom>
          <a:ln w="15875">
            <a:solidFill>
              <a:srgbClr val="5F6B7A"/>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1597" name="Connector 1596"/>
          <p:cNvCxnSpPr/>
          <p:nvPr/>
        </p:nvCxnSpPr>
        <p:spPr>
          <a:xfrm flipV="1">
            <a:off x="4069080" y="3154680"/>
            <a:ext cx="274320" cy="640080"/>
          </a:xfrm>
          <a:prstGeom prst="line">
            <a:avLst/>
          </a:prstGeom>
          <a:ln w="15875">
            <a:solidFill>
              <a:srgbClr val="5F6B7A"/>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1598" name="Connector 1597"/>
          <p:cNvCxnSpPr/>
          <p:nvPr/>
        </p:nvCxnSpPr>
        <p:spPr>
          <a:xfrm>
            <a:off x="4069080" y="4023360"/>
            <a:ext cx="274320" cy="91440"/>
          </a:xfrm>
          <a:prstGeom prst="line">
            <a:avLst/>
          </a:prstGeom>
          <a:ln w="15875">
            <a:solidFill>
              <a:srgbClr val="5F6B7A"/>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1599" name="Connector 1598"/>
          <p:cNvCxnSpPr/>
          <p:nvPr/>
        </p:nvCxnSpPr>
        <p:spPr>
          <a:xfrm>
            <a:off x="4069080" y="4297680"/>
            <a:ext cx="274320" cy="777240"/>
          </a:xfrm>
          <a:prstGeom prst="line">
            <a:avLst/>
          </a:prstGeom>
          <a:ln w="15875">
            <a:solidFill>
              <a:srgbClr val="5F6B7A"/>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1600" name="Connector 1599"/>
          <p:cNvCxnSpPr/>
          <p:nvPr/>
        </p:nvCxnSpPr>
        <p:spPr>
          <a:xfrm>
            <a:off x="3337560" y="4434840"/>
            <a:ext cx="0" cy="640080"/>
          </a:xfrm>
          <a:prstGeom prst="line">
            <a:avLst/>
          </a:prstGeom>
          <a:ln w="15875">
            <a:solidFill>
              <a:srgbClr val="5F6B7A"/>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cxnSp>
        <p:nvCxnSpPr>
          <p:cNvPr id="1601" name="Connector 1600"/>
          <p:cNvCxnSpPr/>
          <p:nvPr/>
        </p:nvCxnSpPr>
        <p:spPr>
          <a:xfrm flipV="1">
            <a:off x="2240280" y="2121408"/>
            <a:ext cx="2103120" cy="100584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2" name="TextBox 1601"/>
          <p:cNvSpPr txBox="1"/>
          <p:nvPr/>
        </p:nvSpPr>
        <p:spPr>
          <a:xfrm>
            <a:off x="2286000" y="2240280"/>
            <a:ext cx="2011680" cy="274320"/>
          </a:xfrm>
          <a:prstGeom prst="rect">
            <a:avLst/>
          </a:prstGeom>
          <a:noFill/>
        </p:spPr>
        <p:txBody>
          <a:bodyPr wrap="square" anchor="t" lIns="36576" rIns="36576" tIns="36576" bIns="36576">
            <a:spAutoFit/>
          </a:bodyPr>
          <a:lstStyle/>
          <a:p>
            <a:pPr algn="l"/>
            <a:r>
              <a:rPr sz="850" b="0" i="0">
                <a:solidFill>
                  <a:srgbClr val="E8710A"/>
                </a:solidFill>
                <a:latin typeface="Noto Sans Symbols"/>
              </a:rPr>
              <a:t>12 V al Raveon</a:t>
            </a:r>
          </a:p>
        </p:txBody>
      </p:sp>
      <p:sp>
        <p:nvSpPr>
          <p:cNvPr id="1603" name="Rounded Rectangle 1602"/>
          <p:cNvSpPr/>
          <p:nvPr/>
        </p:nvSpPr>
        <p:spPr>
          <a:xfrm>
            <a:off x="6080760" y="1371600"/>
            <a:ext cx="5669280" cy="4892040"/>
          </a:xfrm>
          <a:prstGeom prst="roundRect">
            <a:avLst>
              <a:gd name="adj" fmla="val 3000"/>
            </a:avLst>
          </a:prstGeom>
          <a:solidFill>
            <a:srgbClr val="FFFFFF"/>
          </a:solidFill>
          <a:ln w="19050">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4" name="Rectangle 1603"/>
          <p:cNvSpPr/>
          <p:nvPr/>
        </p:nvSpPr>
        <p:spPr>
          <a:xfrm>
            <a:off x="6263640" y="1188720"/>
            <a:ext cx="2377440" cy="365760"/>
          </a:xfrm>
          <a:prstGeom prst="rect">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NODO CRUCE</a:t>
            </a:r>
          </a:p>
        </p:txBody>
      </p:sp>
      <p:sp>
        <p:nvSpPr>
          <p:cNvPr id="1605" name="Rounded Rectangle 1604"/>
          <p:cNvSpPr/>
          <p:nvPr/>
        </p:nvSpPr>
        <p:spPr>
          <a:xfrm>
            <a:off x="6309360" y="1783080"/>
            <a:ext cx="1600200" cy="685800"/>
          </a:xfrm>
          <a:prstGeom prst="roundRect">
            <a:avLst>
              <a:gd name="adj" fmla="val 10000"/>
            </a:avLst>
          </a:prstGeom>
          <a:solidFill>
            <a:srgbClr val="FDEBD8"/>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0D2547"/>
                </a:solidFill>
                <a:latin typeface="Noto Sans Symbols"/>
              </a:rPr>
              <a:t>Red 220 Vac</a:t>
            </a:r>
          </a:p>
          <a:p>
            <a:pPr algn="ctr"/>
            <a:r>
              <a:rPr sz="900" b="0" i="0">
                <a:solidFill>
                  <a:srgbClr val="5F6B7A"/>
                </a:solidFill>
                <a:latin typeface="Noto Sans Symbols"/>
              </a:rPr>
              <a:t>del cruce</a:t>
            </a:r>
          </a:p>
        </p:txBody>
      </p:sp>
      <p:sp>
        <p:nvSpPr>
          <p:cNvPr id="1606" name="Rounded Rectangle 1605"/>
          <p:cNvSpPr/>
          <p:nvPr/>
        </p:nvSpPr>
        <p:spPr>
          <a:xfrm>
            <a:off x="6309360" y="2788920"/>
            <a:ext cx="1600200" cy="685800"/>
          </a:xfrm>
          <a:prstGeom prst="roundRect">
            <a:avLst>
              <a:gd name="adj" fmla="val 10000"/>
            </a:avLst>
          </a:prstGeom>
          <a:solidFill>
            <a:srgbClr val="FDEBD8"/>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0D2547"/>
                </a:solidFill>
                <a:latin typeface="Noto Sans Symbols"/>
              </a:rPr>
              <a:t>Cargador 14,4 V</a:t>
            </a:r>
          </a:p>
          <a:p>
            <a:pPr algn="ctr"/>
            <a:r>
              <a:rPr sz="900" b="0" i="0">
                <a:solidFill>
                  <a:srgbClr val="5F6B7A"/>
                </a:solidFill>
                <a:latin typeface="Noto Sans Symbols"/>
              </a:rPr>
              <a:t>LiFePO4</a:t>
            </a:r>
          </a:p>
        </p:txBody>
      </p:sp>
      <p:sp>
        <p:nvSpPr>
          <p:cNvPr id="1607" name="Rounded Rectangle 1606"/>
          <p:cNvSpPr/>
          <p:nvPr/>
        </p:nvSpPr>
        <p:spPr>
          <a:xfrm>
            <a:off x="6309360" y="3794760"/>
            <a:ext cx="1600200" cy="685800"/>
          </a:xfrm>
          <a:prstGeom prst="roundRect">
            <a:avLst>
              <a:gd name="adj" fmla="val 10000"/>
            </a:avLst>
          </a:prstGeom>
          <a:solidFill>
            <a:srgbClr val="FDEBD8"/>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0D2547"/>
                </a:solidFill>
                <a:latin typeface="Noto Sans Symbols"/>
              </a:rPr>
              <a:t>LiFePO4 4S</a:t>
            </a:r>
          </a:p>
          <a:p>
            <a:pPr algn="ctr"/>
            <a:r>
              <a:rPr sz="900" b="0" i="0">
                <a:solidFill>
                  <a:srgbClr val="5F6B7A"/>
                </a:solidFill>
                <a:latin typeface="Noto Sans Symbols"/>
              </a:rPr>
              <a:t>12,8 V 7 Ah, 90 Wh</a:t>
            </a:r>
          </a:p>
        </p:txBody>
      </p:sp>
      <p:sp>
        <p:nvSpPr>
          <p:cNvPr id="1608" name="Rounded Rectangle 1607"/>
          <p:cNvSpPr/>
          <p:nvPr/>
        </p:nvSpPr>
        <p:spPr>
          <a:xfrm>
            <a:off x="6309360" y="4800600"/>
            <a:ext cx="1600200" cy="685800"/>
          </a:xfrm>
          <a:prstGeom prst="roundRect">
            <a:avLst>
              <a:gd name="adj" fmla="val 10000"/>
            </a:avLst>
          </a:prstGeom>
          <a:solidFill>
            <a:srgbClr val="FDEBD8"/>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0D2547"/>
                </a:solidFill>
                <a:latin typeface="Noto Sans Symbols"/>
              </a:rPr>
              <a:t>Buck 3,3 V y 3,8 V</a:t>
            </a:r>
          </a:p>
          <a:p>
            <a:pPr algn="ctr"/>
            <a:r>
              <a:rPr sz="900" b="0" i="0">
                <a:solidFill>
                  <a:srgbClr val="5F6B7A"/>
                </a:solidFill>
                <a:latin typeface="Noto Sans Symbols"/>
              </a:rPr>
              <a:t>lógica y módem</a:t>
            </a:r>
          </a:p>
        </p:txBody>
      </p:sp>
      <p:cxnSp>
        <p:nvCxnSpPr>
          <p:cNvPr id="1609" name="Connector 1608"/>
          <p:cNvCxnSpPr/>
          <p:nvPr/>
        </p:nvCxnSpPr>
        <p:spPr>
          <a:xfrm>
            <a:off x="7109460" y="2468880"/>
            <a:ext cx="0" cy="32004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0" name="Connector 1609"/>
          <p:cNvCxnSpPr/>
          <p:nvPr/>
        </p:nvCxnSpPr>
        <p:spPr>
          <a:xfrm>
            <a:off x="7109460" y="3474720"/>
            <a:ext cx="0" cy="32004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1" name="Connector 1610"/>
          <p:cNvCxnSpPr/>
          <p:nvPr/>
        </p:nvCxnSpPr>
        <p:spPr>
          <a:xfrm>
            <a:off x="7109460" y="4480560"/>
            <a:ext cx="0" cy="32004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2" name="Rounded Rectangle 1611"/>
          <p:cNvSpPr/>
          <p:nvPr/>
        </p:nvSpPr>
        <p:spPr>
          <a:xfrm>
            <a:off x="8229600" y="3520440"/>
            <a:ext cx="1417320" cy="914400"/>
          </a:xfrm>
          <a:prstGeom prst="roundRect">
            <a:avLst>
              <a:gd name="adj" fmla="val 1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Noto Sans Symbols"/>
              </a:rPr>
              <a:t>ESP32-S3</a:t>
            </a:r>
          </a:p>
          <a:p>
            <a:pPr algn="ctr"/>
            <a:r>
              <a:rPr sz="900" b="0" i="0">
                <a:solidFill>
                  <a:srgbClr val="FFFFFF"/>
                </a:solidFill>
                <a:latin typeface="Noto Sans Symbols"/>
              </a:rPr>
              <a:t>WROOM-1</a:t>
            </a:r>
          </a:p>
        </p:txBody>
      </p:sp>
      <p:cxnSp>
        <p:nvCxnSpPr>
          <p:cNvPr id="1613" name="Connector 1612"/>
          <p:cNvCxnSpPr/>
          <p:nvPr/>
        </p:nvCxnSpPr>
        <p:spPr>
          <a:xfrm flipV="1">
            <a:off x="7909560" y="4434840"/>
            <a:ext cx="685800" cy="68580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4" name="Rounded Rectangle 1613"/>
          <p:cNvSpPr/>
          <p:nvPr/>
        </p:nvSpPr>
        <p:spPr>
          <a:xfrm>
            <a:off x="9966960" y="1783080"/>
            <a:ext cx="160020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Raveon + MAX3232</a:t>
            </a:r>
          </a:p>
          <a:p>
            <a:pPr algn="ctr"/>
            <a:r>
              <a:rPr sz="850" b="0" i="0">
                <a:solidFill>
                  <a:srgbClr val="5F6B7A"/>
                </a:solidFill>
                <a:latin typeface="Noto Sans Symbols"/>
              </a:rPr>
              <a:t>recibe beacons</a:t>
            </a:r>
          </a:p>
        </p:txBody>
      </p:sp>
      <p:cxnSp>
        <p:nvCxnSpPr>
          <p:cNvPr id="1615" name="Connector 1614"/>
          <p:cNvCxnSpPr/>
          <p:nvPr/>
        </p:nvCxnSpPr>
        <p:spPr>
          <a:xfrm flipV="1">
            <a:off x="9646920" y="2121408"/>
            <a:ext cx="320040" cy="1856231"/>
          </a:xfrm>
          <a:prstGeom prst="line">
            <a:avLst/>
          </a:prstGeom>
          <a:ln w="127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6" name="Rounded Rectangle 1615"/>
          <p:cNvSpPr/>
          <p:nvPr/>
        </p:nvSpPr>
        <p:spPr>
          <a:xfrm>
            <a:off x="9966960" y="2697480"/>
            <a:ext cx="160020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SIM7080G</a:t>
            </a:r>
          </a:p>
          <a:p>
            <a:pPr algn="ctr"/>
            <a:r>
              <a:rPr sz="850" b="0" i="0">
                <a:solidFill>
                  <a:srgbClr val="5F6B7A"/>
                </a:solidFill>
                <a:latin typeface="Noto Sans Symbols"/>
              </a:rPr>
              <a:t>LTE-M, telemetría</a:t>
            </a:r>
          </a:p>
        </p:txBody>
      </p:sp>
      <p:cxnSp>
        <p:nvCxnSpPr>
          <p:cNvPr id="1617" name="Connector 1616"/>
          <p:cNvCxnSpPr/>
          <p:nvPr/>
        </p:nvCxnSpPr>
        <p:spPr>
          <a:xfrm flipV="1">
            <a:off x="9646920" y="3035808"/>
            <a:ext cx="320040" cy="941831"/>
          </a:xfrm>
          <a:prstGeom prst="line">
            <a:avLst/>
          </a:prstGeom>
          <a:ln w="127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8" name="Rounded Rectangle 1617"/>
          <p:cNvSpPr/>
          <p:nvPr/>
        </p:nvSpPr>
        <p:spPr>
          <a:xfrm>
            <a:off x="9966960" y="3611880"/>
            <a:ext cx="160020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Óptica LED 200 mm</a:t>
            </a:r>
          </a:p>
          <a:p>
            <a:pPr algn="ctr"/>
            <a:r>
              <a:rPr sz="850" b="0" i="0">
                <a:solidFill>
                  <a:srgbClr val="5F6B7A"/>
                </a:solidFill>
                <a:latin typeface="Noto Sans Symbols"/>
              </a:rPr>
              <a:t>2 cadenas + INA219</a:t>
            </a:r>
          </a:p>
        </p:txBody>
      </p:sp>
      <p:cxnSp>
        <p:nvCxnSpPr>
          <p:cNvPr id="1619" name="Connector 1618"/>
          <p:cNvCxnSpPr/>
          <p:nvPr/>
        </p:nvCxnSpPr>
        <p:spPr>
          <a:xfrm flipV="1">
            <a:off x="9646920" y="3950208"/>
            <a:ext cx="320040" cy="27431"/>
          </a:xfrm>
          <a:prstGeom prst="line">
            <a:avLst/>
          </a:prstGeom>
          <a:ln w="127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20" name="Rounded Rectangle 1619"/>
          <p:cNvSpPr/>
          <p:nvPr/>
        </p:nvSpPr>
        <p:spPr>
          <a:xfrm>
            <a:off x="9966960" y="4526280"/>
            <a:ext cx="160020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Bocina 12 V</a:t>
            </a:r>
          </a:p>
          <a:p>
            <a:pPr algn="ctr"/>
            <a:r>
              <a:rPr sz="850" b="0" i="0">
                <a:solidFill>
                  <a:srgbClr val="5F6B7A"/>
                </a:solidFill>
                <a:latin typeface="Noto Sans Symbols"/>
              </a:rPr>
              <a:t>100 dB a 1 m</a:t>
            </a:r>
          </a:p>
        </p:txBody>
      </p:sp>
      <p:cxnSp>
        <p:nvCxnSpPr>
          <p:cNvPr id="1621" name="Connector 1620"/>
          <p:cNvCxnSpPr/>
          <p:nvPr/>
        </p:nvCxnSpPr>
        <p:spPr>
          <a:xfrm>
            <a:off x="9646920" y="3977639"/>
            <a:ext cx="320040" cy="886969"/>
          </a:xfrm>
          <a:prstGeom prst="line">
            <a:avLst/>
          </a:prstGeom>
          <a:ln w="127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22" name="Rounded Rectangle 1621"/>
          <p:cNvSpPr/>
          <p:nvPr/>
        </p:nvSpPr>
        <p:spPr>
          <a:xfrm>
            <a:off x="9966960" y="5440680"/>
            <a:ext cx="1600200" cy="685800"/>
          </a:xfrm>
          <a:prstGeom prst="roundRect">
            <a:avLst>
              <a:gd name="adj" fmla="val 10000"/>
            </a:avLst>
          </a:prstGeom>
          <a:solidFill>
            <a:srgbClr val="F3F7FA"/>
          </a:solidFill>
          <a:ln w="9525">
            <a:solidFill>
              <a:srgbClr val="C9D3DF"/>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0D2547"/>
                </a:solidFill>
                <a:latin typeface="Noto Sans Symbols"/>
              </a:rPr>
              <a:t>Relés ≥ 2,5 kV</a:t>
            </a:r>
          </a:p>
          <a:p>
            <a:pPr algn="ctr"/>
            <a:r>
              <a:rPr sz="850" b="0" i="0">
                <a:solidFill>
                  <a:srgbClr val="5F6B7A"/>
                </a:solidFill>
                <a:latin typeface="Noto Sans Symbols"/>
              </a:rPr>
              <a:t>contacto seco</a:t>
            </a:r>
          </a:p>
        </p:txBody>
      </p:sp>
      <p:cxnSp>
        <p:nvCxnSpPr>
          <p:cNvPr id="1623" name="Connector 1622"/>
          <p:cNvCxnSpPr/>
          <p:nvPr/>
        </p:nvCxnSpPr>
        <p:spPr>
          <a:xfrm>
            <a:off x="9646920" y="3977639"/>
            <a:ext cx="320040" cy="1801369"/>
          </a:xfrm>
          <a:prstGeom prst="line">
            <a:avLst/>
          </a:prstGeom>
          <a:ln w="12700">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24" name="Rounded Rectangle 1623"/>
          <p:cNvSpPr/>
          <p:nvPr/>
        </p:nvSpPr>
        <p:spPr>
          <a:xfrm>
            <a:off x="8229600" y="1783080"/>
            <a:ext cx="1417320" cy="685800"/>
          </a:xfrm>
          <a:prstGeom prst="roundRect">
            <a:avLst>
              <a:gd name="adj" fmla="val 10000"/>
            </a:avLst>
          </a:prstGeom>
          <a:solidFill>
            <a:srgbClr val="DFF1D7"/>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950" b="1" i="0">
                <a:solidFill>
                  <a:srgbClr val="107439"/>
                </a:solidFill>
                <a:latin typeface="Noto Sans Symbols"/>
              </a:rPr>
              <a:t>Opto de entrada</a:t>
            </a:r>
          </a:p>
          <a:p>
            <a:pPr algn="ctr"/>
            <a:r>
              <a:rPr sz="850" b="0" i="0">
                <a:solidFill>
                  <a:srgbClr val="107439"/>
                </a:solidFill>
                <a:latin typeface="Noto Sans Symbols"/>
              </a:rPr>
              <a:t>circuito de vía</a:t>
            </a:r>
          </a:p>
        </p:txBody>
      </p:sp>
      <p:cxnSp>
        <p:nvCxnSpPr>
          <p:cNvPr id="1625" name="Connector 1624"/>
          <p:cNvCxnSpPr/>
          <p:nvPr/>
        </p:nvCxnSpPr>
        <p:spPr>
          <a:xfrm>
            <a:off x="8938260" y="2468880"/>
            <a:ext cx="0" cy="1051560"/>
          </a:xfrm>
          <a:prstGeom prst="line">
            <a:avLst/>
          </a:prstGeom>
          <a:ln w="15875">
            <a:solidFill>
              <a:srgbClr val="1074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26" name="TextBox 1625"/>
          <p:cNvSpPr txBox="1"/>
          <p:nvPr/>
        </p:nvSpPr>
        <p:spPr>
          <a:xfrm>
            <a:off x="7955279" y="5577840"/>
            <a:ext cx="1920240" cy="548640"/>
          </a:xfrm>
          <a:prstGeom prst="rect">
            <a:avLst/>
          </a:prstGeom>
          <a:noFill/>
        </p:spPr>
        <p:txBody>
          <a:bodyPr wrap="square" anchor="t" lIns="36576" rIns="36576" tIns="36576" bIns="36576">
            <a:spAutoFit/>
          </a:bodyPr>
          <a:lstStyle/>
          <a:p>
            <a:pPr algn="l"/>
            <a:r>
              <a:rPr sz="850" b="0" i="0">
                <a:solidFill>
                  <a:srgbClr val="E8710A"/>
                </a:solidFill>
                <a:latin typeface="Noto Sans Symbols"/>
              </a:rPr>
              <a:t>Bus de 12 V: Raveon, óptica, bocina y bobinas de relé.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11</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HARDWARE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SELECCIÓN: REAL CONTRA PROTOTIPO</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822960" y="1325880"/>
          <a:ext cx="10515600" cy="4782312"/>
        </p:xfrm>
        <a:graphic>
          <a:graphicData uri="http://schemas.openxmlformats.org/drawingml/2006/table">
            <a:tbl>
              <a:tblPr firstRow="0" bandRow="0"/>
              <a:tblGrid>
                <a:gridCol w="2103120"/>
                <a:gridCol w="4206240"/>
                <a:gridCol w="4206240"/>
              </a:tblGrid>
              <a:tr h="457200">
                <a:tc>
                  <a:txBody>
                    <a:bodyPr wrap="square"/>
                    <a:lstStyle/>
                    <a:p>
                      <a:pPr algn="ctr"/>
                      <a:r>
                        <a:rPr sz="1200" b="1" i="0">
                          <a:solidFill>
                            <a:srgbClr val="FFFFFF"/>
                          </a:solidFill>
                          <a:latin typeface="Noto Sans Symbols"/>
                        </a:rPr>
                        <a:t>Subsistema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200" b="1" i="0">
                          <a:solidFill>
                            <a:srgbClr val="FFFFFF"/>
                          </a:solidFill>
                          <a:latin typeface="Noto Sans Symbols"/>
                        </a:rPr>
                        <a:t>Dispositivo real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200" b="1" i="0">
                          <a:solidFill>
                            <a:srgbClr val="FFFFFF"/>
                          </a:solidFill>
                          <a:latin typeface="Noto Sans Symbols"/>
                        </a:rPr>
                        <a:t>Prototipo de tesis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393192">
                <a:tc>
                  <a:txBody>
                    <a:bodyPr wrap="square"/>
                    <a:lstStyle/>
                    <a:p>
                      <a:pPr algn="ctr"/>
                      <a:r>
                        <a:rPr sz="1100" b="1" i="0">
                          <a:solidFill>
                            <a:srgbClr val="0D2547"/>
                          </a:solidFill>
                          <a:latin typeface="Noto Sans Symbols"/>
                        </a:rPr>
                        <a:t>Plataforma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Placa propia con ESP32-S3-WROOM-1</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LILYGO T-Beam Supreme 915 MHz + módulos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Posición e inercial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MAX-M10S + BMI088 (solo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MAX-M10S + QMI8658 de la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Radio de seguridad</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Raveon RV-M7-GX, 460 MHz, 2 W</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SX1262 LoRa SF7/500 kHz, 925 MHz</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Beacon y acceso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35 B, TDMA por PPS, tasa a definir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35 B cada 100 ms, 5 ranuras de 20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Telemetría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SIM7080G LTE-M, solo nodo cruce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Wi-Fi a Traccar (después de probar el enlace)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Circuito de vía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Sensor actual, una entrada por vía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Interruptor a GND (luego optoacoplador)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Señal peatonal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Óptica LED roja 200 mm, sin verde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LED rojo y LED OTRO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Aviso sonoro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Bocina IP65, 100 dB a 1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Buzzer, luego sirena de 12 V</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Barrera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Controlador y barrera existentes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Maqueta con servo y luces en la misma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Alimentación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220 Vac + LiFePO4 12,8 V</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18650 de la T-Beam o power bank</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ctr"/>
                      <a:r>
                        <a:rPr sz="1100" b="1" i="0">
                          <a:solidFill>
                            <a:srgbClr val="0D2547"/>
                          </a:solidFill>
                          <a:latin typeface="Noto Sans Symbols"/>
                        </a:rPr>
                        <a:t>Watchdog y registro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100" b="0" i="0">
                          <a:solidFill>
                            <a:srgbClr val="0D2547"/>
                          </a:solidFill>
                          <a:latin typeface="Noto Sans Symbols"/>
                        </a:rPr>
                        <a:t>TPL5010, flash y servidor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l"/>
                      <a:r>
                        <a:rPr sz="1100" b="0" i="0">
                          <a:solidFill>
                            <a:srgbClr val="0D2547"/>
                          </a:solidFill>
                          <a:latin typeface="Noto Sans Symbols"/>
                        </a:rPr>
                        <a:t>Vigilante interno y microSD (TPL5010 TODO)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583" name="Rectangle 1582"/>
          <p:cNvSpPr/>
          <p:nvPr/>
        </p:nvSpPr>
        <p:spPr>
          <a:xfrm>
            <a:off x="2926080" y="1325880"/>
            <a:ext cx="4206240" cy="457200"/>
          </a:xfrm>
          <a:prstGeom prst="rect">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200" b="1" i="0">
                <a:solidFill>
                  <a:srgbClr val="FFFFFF"/>
                </a:solidFill>
                <a:latin typeface="Noto Sans Symbols"/>
              </a:rPr>
              <a:t>DISPOSITIVO REAL</a:t>
            </a:r>
          </a:p>
          <a:p>
            <a:pPr algn="ctr"/>
            <a:r>
              <a:rPr sz="900" b="0" i="0">
                <a:solidFill>
                  <a:srgbClr val="FFFFFF"/>
                </a:solidFill>
                <a:latin typeface="Noto Sans Symbols"/>
              </a:rPr>
              <a:t>se instala en el cruce y en el tren</a:t>
            </a:r>
          </a:p>
        </p:txBody>
      </p:sp>
      <p:sp>
        <p:nvSpPr>
          <p:cNvPr id="1584" name="Rectangle 1583"/>
          <p:cNvSpPr/>
          <p:nvPr/>
        </p:nvSpPr>
        <p:spPr>
          <a:xfrm>
            <a:off x="7132320" y="1325880"/>
            <a:ext cx="4206240" cy="457200"/>
          </a:xfrm>
          <a:prstGeom prst="rect">
            <a:avLst/>
          </a:prstGeom>
          <a:solidFill>
            <a:srgbClr val="351C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200" b="1" i="0">
                <a:solidFill>
                  <a:srgbClr val="FFFFFF"/>
                </a:solidFill>
                <a:latin typeface="Noto Sans Symbols"/>
              </a:rPr>
              <a:t>PROTOTIPO</a:t>
            </a:r>
          </a:p>
          <a:p>
            <a:pPr algn="ctr"/>
            <a:r>
              <a:rPr sz="900" b="0" i="0">
                <a:solidFill>
                  <a:srgbClr val="FFFFFF"/>
                </a:solidFill>
                <a:latin typeface="Noto Sans Symbols"/>
              </a:rPr>
              <a:t>se construye en la tesis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12</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HARDWARE · CÁLCULO</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PRESUPUESTO DEL ENLACE DE RADIO</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502920" y="1325880"/>
            <a:ext cx="4663440" cy="1371600"/>
          </a:xfrm>
          <a:prstGeom prst="roundRect">
            <a:avLst>
              <a:gd name="adj" fmla="val 6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TextBox 1582"/>
          <p:cNvSpPr txBox="1"/>
          <p:nvPr/>
        </p:nvSpPr>
        <p:spPr>
          <a:xfrm>
            <a:off x="685800" y="1417320"/>
            <a:ext cx="4297680" cy="365760"/>
          </a:xfrm>
          <a:prstGeom prst="rect">
            <a:avLst/>
          </a:prstGeom>
          <a:noFill/>
        </p:spPr>
        <p:txBody>
          <a:bodyPr wrap="square" anchor="t" lIns="36576" rIns="36576" tIns="36576" bIns="36576">
            <a:spAutoFit/>
          </a:bodyPr>
          <a:lstStyle/>
          <a:p>
            <a:pPr algn="l"/>
            <a:r>
              <a:rPr sz="1300" b="0" i="0">
                <a:solidFill>
                  <a:srgbClr val="0D2547"/>
                </a:solidFill>
                <a:latin typeface="Impact"/>
              </a:rPr>
              <a:t>PÉRDIDA DE DOS RAYOS</a:t>
            </a:r>
          </a:p>
        </p:txBody>
      </p:sp>
      <p:sp>
        <p:nvSpPr>
          <p:cNvPr id="1584" name="TextBox 1583"/>
          <p:cNvSpPr txBox="1"/>
          <p:nvPr/>
        </p:nvSpPr>
        <p:spPr>
          <a:xfrm>
            <a:off x="685800" y="1783080"/>
            <a:ext cx="4297680" cy="457200"/>
          </a:xfrm>
          <a:prstGeom prst="rect">
            <a:avLst/>
          </a:prstGeom>
          <a:noFill/>
        </p:spPr>
        <p:txBody>
          <a:bodyPr wrap="square" anchor="t" lIns="36576" rIns="36576" tIns="36576" bIns="36576">
            <a:spAutoFit/>
          </a:bodyPr>
          <a:lstStyle/>
          <a:p>
            <a:pPr algn="l"/>
            <a:r>
              <a:rPr sz="1500" b="1" i="0">
                <a:solidFill>
                  <a:srgbClr val="107439"/>
                </a:solidFill>
                <a:latin typeface="Noto Sans Symbols"/>
              </a:rPr>
              <a:t>PL = 40 · log10(d) − 20 · log10(h1 · h2)</a:t>
            </a:r>
          </a:p>
        </p:txBody>
      </p:sp>
      <p:sp>
        <p:nvSpPr>
          <p:cNvPr id="1585" name="TextBox 1584"/>
          <p:cNvSpPr txBox="1"/>
          <p:nvPr/>
        </p:nvSpPr>
        <p:spPr>
          <a:xfrm>
            <a:off x="685800" y="2240280"/>
            <a:ext cx="4297680" cy="411480"/>
          </a:xfrm>
          <a:prstGeom prst="rect">
            <a:avLst/>
          </a:prstGeom>
          <a:noFill/>
        </p:spPr>
        <p:txBody>
          <a:bodyPr wrap="square" anchor="t" lIns="36576" rIns="36576" tIns="36576" bIns="36576">
            <a:spAutoFit/>
          </a:bodyPr>
          <a:lstStyle/>
          <a:p>
            <a:pPr algn="l"/>
            <a:r>
              <a:rPr sz="1000" b="0" i="0">
                <a:solidFill>
                  <a:srgbClr val="5F6B7A"/>
                </a:solidFill>
                <a:latin typeface="Noto Sans Symbols"/>
              </a:rPr>
              <a:t>d en metros, h1 y h2 alturas de antena. Vale para d &gt; 4π h1 h2 / λ.</a:t>
            </a:r>
          </a:p>
        </p:txBody>
      </p:sp>
      <p:graphicFrame>
        <p:nvGraphicFramePr>
          <p:cNvPr id="1586" name="Table 1585"/>
          <p:cNvGraphicFramePr>
            <a:graphicFrameLocks noGrp="1"/>
          </p:cNvGraphicFramePr>
          <p:nvPr/>
        </p:nvGraphicFramePr>
        <p:xfrm>
          <a:off x="502920" y="2880360"/>
          <a:ext cx="4663440" cy="3291840"/>
        </p:xfrm>
        <a:graphic>
          <a:graphicData uri="http://schemas.openxmlformats.org/drawingml/2006/table">
            <a:tbl>
              <a:tblPr firstRow="0" bandRow="0"/>
              <a:tblGrid>
                <a:gridCol w="1463040"/>
                <a:gridCol w="1600200"/>
                <a:gridCol w="1600200"/>
              </a:tblGrid>
              <a:tr h="365760">
                <a:tc>
                  <a:txBody>
                    <a:bodyPr wrap="square"/>
                    <a:lstStyle/>
                    <a:p>
                      <a:pPr algn="ctr"/>
                      <a:r>
                        <a:rPr sz="1100" b="1" i="0">
                          <a:solidFill>
                            <a:srgbClr val="FFFFFF"/>
                          </a:solidFill>
                          <a:latin typeface="Noto Sans Symbols"/>
                        </a:rPr>
                        <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Prototipo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Producto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365760">
                <a:tc>
                  <a:txBody>
                    <a:bodyPr wrap="square"/>
                    <a:lstStyle/>
                    <a:p>
                      <a:pPr algn="ctr"/>
                      <a:r>
                        <a:rPr sz="1050" b="1" i="0">
                          <a:solidFill>
                            <a:srgbClr val="0D2547"/>
                          </a:solidFill>
                          <a:latin typeface="Noto Sans Symbols"/>
                        </a:rPr>
                        <a:t>Potencia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22 dBm (158 mW)</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33 dBm (2 W)</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65760">
                <a:tc>
                  <a:txBody>
                    <a:bodyPr wrap="square"/>
                    <a:lstStyle/>
                    <a:p>
                      <a:pPr algn="ctr"/>
                      <a:r>
                        <a:rPr sz="1050" b="1" i="0">
                          <a:solidFill>
                            <a:srgbClr val="0D2547"/>
                          </a:solidFill>
                          <a:latin typeface="Noto Sans Symbols"/>
                        </a:rPr>
                        <a:t>Sensibilidad</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−117 dBm (SF7/500)</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−116 dBm (4800 bps)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65760">
                <a:tc>
                  <a:txBody>
                    <a:bodyPr wrap="square"/>
                    <a:lstStyle/>
                    <a:p>
                      <a:pPr algn="ctr"/>
                      <a:r>
                        <a:rPr sz="1050" b="1" i="0">
                          <a:solidFill>
                            <a:srgbClr val="0D2547"/>
                          </a:solidFill>
                          <a:latin typeface="Noto Sans Symbols"/>
                        </a:rPr>
                        <a:t>Pérdida máxima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139 dB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149 dB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65760">
                <a:tc>
                  <a:txBody>
                    <a:bodyPr wrap="square"/>
                    <a:lstStyle/>
                    <a:p>
                      <a:pPr algn="ctr"/>
                      <a:r>
                        <a:rPr sz="1050" b="1" i="0">
                          <a:solidFill>
                            <a:srgbClr val="0D2547"/>
                          </a:solidFill>
                          <a:latin typeface="Noto Sans Symbols"/>
                        </a:rPr>
                        <a:t>Escenario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1500 m, h 1,5 y 3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2000 m, h 4 y 6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65760">
                <a:tc>
                  <a:txBody>
                    <a:bodyPr wrap="square"/>
                    <a:lstStyle/>
                    <a:p>
                      <a:pPr algn="ctr"/>
                      <a:r>
                        <a:rPr sz="1050" b="1" i="0">
                          <a:solidFill>
                            <a:srgbClr val="0D2547"/>
                          </a:solidFill>
                          <a:latin typeface="Noto Sans Symbols"/>
                        </a:rPr>
                        <a:t>Pérdida calculada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114 dB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104 dB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65760">
                <a:tc>
                  <a:txBody>
                    <a:bodyPr wrap="square"/>
                    <a:lstStyle/>
                    <a:p>
                      <a:pPr algn="ctr"/>
                      <a:r>
                        <a:rPr sz="1050" b="1" i="0">
                          <a:solidFill>
                            <a:srgbClr val="0D2547"/>
                          </a:solidFill>
                          <a:latin typeface="Noto Sans Symbols"/>
                        </a:rPr>
                        <a:t>Señal recibida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−92 dBm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−71 dBm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65760">
                <a:tc>
                  <a:txBody>
                    <a:bodyPr wrap="square"/>
                    <a:lstStyle/>
                    <a:p>
                      <a:pPr algn="ctr"/>
                      <a:r>
                        <a:rPr sz="1050" b="1" i="0">
                          <a:solidFill>
                            <a:srgbClr val="0D2547"/>
                          </a:solidFill>
                          <a:latin typeface="Noto Sans Symbols"/>
                        </a:rPr>
                        <a:t>Margen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1" i="0">
                          <a:solidFill>
                            <a:srgbClr val="107439"/>
                          </a:solidFill>
                          <a:latin typeface="Noto Sans Symbols"/>
                        </a:rPr>
                        <a:t>25 dB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45 dB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65760">
                <a:tc>
                  <a:txBody>
                    <a:bodyPr wrap="square"/>
                    <a:lstStyle/>
                    <a:p>
                      <a:pPr algn="ctr"/>
                      <a:r>
                        <a:rPr sz="1050" b="1" i="0">
                          <a:solidFill>
                            <a:srgbClr val="0D2547"/>
                          </a:solidFill>
                          <a:latin typeface="Noto Sans Symbols"/>
                        </a:rPr>
                        <a:t>1.ª zona de Fresnel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11 m de radio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16 m de radio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587" name="Rounded Rectangle 1586"/>
          <p:cNvSpPr/>
          <p:nvPr/>
        </p:nvSpPr>
        <p:spPr>
          <a:xfrm>
            <a:off x="5440680" y="1325880"/>
            <a:ext cx="3063240" cy="493776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8" name="TextBox 1587"/>
          <p:cNvSpPr txBox="1"/>
          <p:nvPr/>
        </p:nvSpPr>
        <p:spPr>
          <a:xfrm>
            <a:off x="5623560" y="1435607"/>
            <a:ext cx="269748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QUÉ CAMBIA DEL LORA AL RAVEON</a:t>
            </a:r>
          </a:p>
        </p:txBody>
      </p:sp>
      <p:cxnSp>
        <p:nvCxnSpPr>
          <p:cNvPr id="1589" name="Connector 1588"/>
          <p:cNvCxnSpPr/>
          <p:nvPr/>
        </p:nvCxnSpPr>
        <p:spPr>
          <a:xfrm>
            <a:off x="5669280" y="1856231"/>
            <a:ext cx="260604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90" name="TextBox 1589"/>
          <p:cNvSpPr txBox="1"/>
          <p:nvPr/>
        </p:nvSpPr>
        <p:spPr>
          <a:xfrm>
            <a:off x="5669280" y="1965960"/>
            <a:ext cx="2606040" cy="4206240"/>
          </a:xfrm>
          <a:prstGeom prst="rect">
            <a:avLst/>
          </a:prstGeom>
          <a:noFill/>
        </p:spPr>
        <p:txBody>
          <a:bodyPr wrap="square" anchor="t" lIns="36576" rIns="36576" tIns="36576" bIns="36576">
            <a:spAutoFit/>
          </a:bodyPr>
          <a:lstStyle/>
          <a:p>
            <a:pPr algn="l">
              <a:spcAft>
                <a:spcPts val="400"/>
              </a:spcAft>
            </a:pPr>
            <a:r>
              <a:rPr sz="1050" b="1" i="0">
                <a:solidFill>
                  <a:srgbClr val="14C99A"/>
                </a:solidFill>
                <a:latin typeface="Noto Sans Symbols"/>
              </a:rPr>
              <a:t>Banda: </a:t>
            </a:r>
            <a:r>
              <a:rPr sz="1050" b="0" i="0">
                <a:solidFill>
                  <a:srgbClr val="FFFFFF"/>
                </a:solidFill>
                <a:latin typeface="Noto Sans Symbols"/>
              </a:rPr>
              <a:t>ISM compartida a asignada (MEVHF, ADIF).</a:t>
            </a:r>
          </a:p>
          <a:p>
            <a:pPr algn="l">
              <a:spcAft>
                <a:spcPts val="400"/>
              </a:spcAft>
            </a:pPr>
            <a:r>
              <a:rPr sz="1050" b="1" i="0">
                <a:solidFill>
                  <a:srgbClr val="14C99A"/>
                </a:solidFill>
                <a:latin typeface="Noto Sans Symbols"/>
              </a:rPr>
              <a:t>Potencia: </a:t>
            </a:r>
            <a:r>
              <a:rPr sz="1050" b="0" i="0">
                <a:solidFill>
                  <a:srgbClr val="FFFFFF"/>
                </a:solidFill>
                <a:latin typeface="Noto Sans Symbols"/>
              </a:rPr>
              <a:t>+11 dB.</a:t>
            </a:r>
          </a:p>
          <a:p>
            <a:pPr algn="l">
              <a:spcAft>
                <a:spcPts val="400"/>
              </a:spcAft>
            </a:pPr>
            <a:r>
              <a:rPr sz="1050" b="1" i="0">
                <a:solidFill>
                  <a:srgbClr val="14C99A"/>
                </a:solidFill>
                <a:latin typeface="Noto Sans Symbols"/>
              </a:rPr>
              <a:t>Aire del beacon: </a:t>
            </a:r>
            <a:r>
              <a:rPr sz="1050" b="0" i="0">
                <a:solidFill>
                  <a:srgbClr val="FFFFFF"/>
                </a:solidFill>
                <a:latin typeface="Noto Sans Symbols"/>
              </a:rPr>
              <a:t>18 ms a unos 29 ms (9600 bps).</a:t>
            </a:r>
          </a:p>
          <a:p>
            <a:pPr algn="l">
              <a:spcAft>
                <a:spcPts val="400"/>
              </a:spcAft>
            </a:pPr>
            <a:r>
              <a:rPr sz="1050" b="1" i="0">
                <a:solidFill>
                  <a:srgbClr val="14C99A"/>
                </a:solidFill>
                <a:latin typeface="Noto Sans Symbols"/>
              </a:rPr>
              <a:t>Interfaz: </a:t>
            </a:r>
            <a:r>
              <a:rPr sz="1050" b="0" i="0">
                <a:solidFill>
                  <a:srgbClr val="FFFFFF"/>
                </a:solidFill>
                <a:latin typeface="Noto Sans Symbols"/>
              </a:rPr>
              <a:t>SPI directo a RS-232 y comandos AT: la guarda del TDMA tiene que crecer.</a:t>
            </a:r>
          </a:p>
          <a:p>
            <a:pPr algn="l">
              <a:spcAft>
                <a:spcPts val="400"/>
              </a:spcAft>
            </a:pPr>
            <a:r>
              <a:rPr sz="1050" b="1" i="0">
                <a:solidFill>
                  <a:srgbClr val="14C99A"/>
                </a:solidFill>
                <a:latin typeface="Noto Sans Symbols"/>
              </a:rPr>
              <a:t>Alimentación: </a:t>
            </a:r>
            <a:r>
              <a:rPr sz="1050" b="0" i="0">
                <a:solidFill>
                  <a:srgbClr val="FFFFFF"/>
                </a:solidFill>
                <a:latin typeface="Noto Sans Symbols"/>
              </a:rPr>
              <a:t>3,3 V y 120 mA a 12 V y 1,2 A en TX.</a:t>
            </a:r>
          </a:p>
          <a:p>
            <a:pPr algn="l">
              <a:spcAft>
                <a:spcPts val="400"/>
              </a:spcAft>
            </a:pPr>
            <a:r>
              <a:rPr sz="1050" b="1" i="0">
                <a:solidFill>
                  <a:srgbClr val="14C99A"/>
                </a:solidFill>
                <a:latin typeface="Noto Sans Symbols"/>
              </a:rPr>
              <a:t>Igual: </a:t>
            </a:r>
            <a:r>
              <a:rPr sz="1050" b="0" i="0">
                <a:solidFill>
                  <a:srgbClr val="FFFFFF"/>
                </a:solidFill>
                <a:latin typeface="Noto Sans Symbols"/>
              </a:rPr>
              <a:t>beacon, criptografía, TDMA por PPS y decisión. Solo cambia el driver de radio.</a:t>
            </a:r>
          </a:p>
        </p:txBody>
      </p:sp>
      <p:sp>
        <p:nvSpPr>
          <p:cNvPr id="1591" name="Rounded Rectangle 1590"/>
          <p:cNvSpPr/>
          <p:nvPr/>
        </p:nvSpPr>
        <p:spPr>
          <a:xfrm>
            <a:off x="8732520" y="1325880"/>
            <a:ext cx="2971800" cy="1828800"/>
          </a:xfrm>
          <a:prstGeom prst="roundRect">
            <a:avLst>
              <a:gd name="adj" fmla="val 8000"/>
            </a:avLst>
          </a:prstGeom>
          <a:solidFill>
            <a:srgbClr val="FDEBD8"/>
          </a:solidFill>
          <a:ln w="9525">
            <a:solidFill>
              <a:srgbClr val="E8710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2" name="TextBox 1591"/>
          <p:cNvSpPr txBox="1"/>
          <p:nvPr/>
        </p:nvSpPr>
        <p:spPr>
          <a:xfrm>
            <a:off x="8869680" y="1399032"/>
            <a:ext cx="2697480" cy="274320"/>
          </a:xfrm>
          <a:prstGeom prst="rect">
            <a:avLst/>
          </a:prstGeom>
          <a:noFill/>
        </p:spPr>
        <p:txBody>
          <a:bodyPr wrap="square" anchor="t" lIns="36576" rIns="36576" tIns="36576" bIns="36576">
            <a:spAutoFit/>
          </a:bodyPr>
          <a:lstStyle/>
          <a:p>
            <a:pPr algn="l"/>
            <a:r>
              <a:rPr sz="1200" b="1" i="0">
                <a:solidFill>
                  <a:srgbClr val="E8710A"/>
                </a:solidFill>
                <a:latin typeface="Noto Sans Symbols"/>
              </a:rPr>
              <a:t>ADENTRO DEL VAGÓN</a:t>
            </a:r>
          </a:p>
        </p:txBody>
      </p:sp>
      <p:sp>
        <p:nvSpPr>
          <p:cNvPr id="1593" name="TextBox 1592"/>
          <p:cNvSpPr txBox="1"/>
          <p:nvPr/>
        </p:nvSpPr>
        <p:spPr>
          <a:xfrm>
            <a:off x="8869680" y="1691640"/>
            <a:ext cx="2697480" cy="1417320"/>
          </a:xfrm>
          <a:prstGeom prst="rect">
            <a:avLst/>
          </a:prstGeom>
          <a:noFill/>
        </p:spPr>
        <p:txBody>
          <a:bodyPr wrap="square" anchor="t" lIns="36576" rIns="36576" tIns="36576" bIns="36576">
            <a:spAutoFit/>
          </a:bodyPr>
          <a:lstStyle/>
          <a:p>
            <a:pPr algn="l">
              <a:spcAft>
                <a:spcPts val="300"/>
              </a:spcAft>
            </a:pPr>
            <a:r>
              <a:rPr sz="1050" b="0" i="0">
                <a:solidFill>
                  <a:srgbClr val="0D2547"/>
                </a:solidFill>
                <a:latin typeface="Noto Sans Symbols"/>
              </a:rPr>
              <a:t>La carrocería resta unos 10 a 20 dB (a medir en el viaje). Con 25 dB de margen el prototipo sigue cerrando a 1500 m, justo.</a:t>
            </a:r>
          </a:p>
        </p:txBody>
      </p:sp>
      <p:sp>
        <p:nvSpPr>
          <p:cNvPr id="1594" name="Rounded Rectangle 1593"/>
          <p:cNvSpPr/>
          <p:nvPr/>
        </p:nvSpPr>
        <p:spPr>
          <a:xfrm>
            <a:off x="8732520" y="3291840"/>
            <a:ext cx="2971800" cy="1874519"/>
          </a:xfrm>
          <a:prstGeom prst="roundRect">
            <a:avLst>
              <a:gd name="adj" fmla="val 8000"/>
            </a:avLst>
          </a:prstGeom>
          <a:solidFill>
            <a:srgbClr val="E3ECF7"/>
          </a:solidFill>
          <a:ln w="952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5" name="TextBox 1594"/>
          <p:cNvSpPr txBox="1"/>
          <p:nvPr/>
        </p:nvSpPr>
        <p:spPr>
          <a:xfrm>
            <a:off x="8869680" y="3364992"/>
            <a:ext cx="2697480" cy="274320"/>
          </a:xfrm>
          <a:prstGeom prst="rect">
            <a:avLst/>
          </a:prstGeom>
          <a:noFill/>
        </p:spPr>
        <p:txBody>
          <a:bodyPr wrap="square" anchor="t" lIns="36576" rIns="36576" tIns="36576" bIns="36576">
            <a:spAutoFit/>
          </a:bodyPr>
          <a:lstStyle/>
          <a:p>
            <a:pPr algn="l"/>
            <a:r>
              <a:rPr sz="1200" b="1" i="0">
                <a:solidFill>
                  <a:srgbClr val="4F81BD"/>
                </a:solidFill>
                <a:latin typeface="Noto Sans Symbols"/>
              </a:rPr>
              <a:t>BANCO Y CAMPO</a:t>
            </a:r>
          </a:p>
        </p:txBody>
      </p:sp>
      <p:sp>
        <p:nvSpPr>
          <p:cNvPr id="1596" name="TextBox 1595"/>
          <p:cNvSpPr txBox="1"/>
          <p:nvPr/>
        </p:nvSpPr>
        <p:spPr>
          <a:xfrm>
            <a:off x="8869680" y="3657600"/>
            <a:ext cx="2697480" cy="1463039"/>
          </a:xfrm>
          <a:prstGeom prst="rect">
            <a:avLst/>
          </a:prstGeom>
          <a:noFill/>
        </p:spPr>
        <p:txBody>
          <a:bodyPr wrap="square" anchor="t" lIns="36576" rIns="36576" tIns="36576" bIns="36576">
            <a:spAutoFit/>
          </a:bodyPr>
          <a:lstStyle/>
          <a:p>
            <a:pPr algn="l">
              <a:spcAft>
                <a:spcPts val="300"/>
              </a:spcAft>
            </a:pPr>
            <a:r>
              <a:rPr sz="1050" b="0" i="0">
                <a:solidFill>
                  <a:srgbClr val="0D2547"/>
                </a:solidFill>
                <a:latin typeface="Noto Sans Symbols"/>
              </a:rPr>
              <a:t>Banco: 2 dBm, 5 dB de margen a 1500 m.</a:t>
            </a:r>
          </a:p>
          <a:p>
            <a:pPr algn="l">
              <a:spcAft>
                <a:spcPts val="300"/>
              </a:spcAft>
            </a:pPr>
            <a:r>
              <a:rPr sz="1050" b="0" i="0">
                <a:solidFill>
                  <a:srgbClr val="0D2547"/>
                </a:solidFill>
                <a:latin typeface="Noto Sans Symbols"/>
              </a:rPr>
              <a:t>Campo: 22 dBm con el comando w.</a:t>
            </a:r>
          </a:p>
          <a:p>
            <a:pPr algn="l">
              <a:spcAft>
                <a:spcPts val="300"/>
              </a:spcAft>
            </a:pPr>
            <a:r>
              <a:rPr sz="1050" b="0" i="0">
                <a:solidFill>
                  <a:srgbClr val="0D2547"/>
                </a:solidFill>
                <a:latin typeface="Noto Sans Symbols"/>
              </a:rPr>
              <a:t>Antes de la calle: confirmar el límite de ENACOM.</a:t>
            </a:r>
          </a:p>
        </p:txBody>
      </p:sp>
      <p:sp>
        <p:nvSpPr>
          <p:cNvPr id="1597" name="Rectangle 1596"/>
          <p:cNvSpPr/>
          <p:nvPr/>
        </p:nvSpPr>
        <p:spPr>
          <a:xfrm>
            <a:off x="8732520" y="5303520"/>
            <a:ext cx="2971800" cy="960120"/>
          </a:xfrm>
          <a:prstGeom prst="rect">
            <a:avLst/>
          </a:prstGeom>
          <a:solidFill>
            <a:srgbClr val="0A1F3C"/>
          </a:solidFill>
          <a:ln w="9525">
            <a:solidFill>
              <a:srgbClr val="14C9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915 MHz es cota conservadora: </a:t>
            </a:r>
            <a:r>
              <a:rPr sz="1100" b="1" i="0">
                <a:solidFill>
                  <a:srgbClr val="14C99A"/>
                </a:solidFill>
                <a:latin typeface="Noto Sans Symbols"/>
              </a:rPr>
              <a:t>20·log(915/460) = 6 dB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13</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HARDWARE · CÁLCULO</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BEACON Y ACCESO AL CANAL</a:t>
            </a:r>
            <a:endParaRPr b="0" i="0" sz="2200" u="none" cap="none" strike="noStrike">
              <a:solidFill>
                <a:srgbClr val="14C99A"/>
              </a:solidFill>
              <a:latin typeface="Arial"/>
              <a:ea typeface="Arial"/>
              <a:cs typeface="Arial"/>
              <a:sym typeface="Arial"/>
            </a:endParaRPr>
          </a:p>
        </p:txBody>
      </p:sp>
      <p:sp>
        <p:nvSpPr>
          <p:cNvPr id="1582" name="Rectangle 1581"/>
          <p:cNvSpPr/>
          <p:nvPr/>
        </p:nvSpPr>
        <p:spPr>
          <a:xfrm>
            <a:off x="502920" y="1783080"/>
            <a:ext cx="318733" cy="685800"/>
          </a:xfrm>
          <a:prstGeom prst="rect">
            <a:avLst/>
          </a:prstGeom>
          <a:solidFill>
            <a:srgbClr val="0D254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750" b="1" i="0">
                <a:solidFill>
                  <a:srgbClr val="FFFFFF"/>
                </a:solidFill>
                <a:latin typeface="Noto Sans Symbols"/>
              </a:rPr>
              <a:t>ver</a:t>
            </a:r>
          </a:p>
          <a:p>
            <a:pPr algn="ctr"/>
            <a:r>
              <a:rPr sz="800" b="0" i="0">
                <a:solidFill>
                  <a:srgbClr val="FFFFFF"/>
                </a:solidFill>
                <a:latin typeface="Noto Sans Symbols"/>
              </a:rPr>
              <a:t>1 B</a:t>
            </a:r>
          </a:p>
        </p:txBody>
      </p:sp>
      <p:sp>
        <p:nvSpPr>
          <p:cNvPr id="1583" name="Rectangle 1582"/>
          <p:cNvSpPr/>
          <p:nvPr/>
        </p:nvSpPr>
        <p:spPr>
          <a:xfrm>
            <a:off x="821653" y="1783080"/>
            <a:ext cx="637467" cy="685800"/>
          </a:xfrm>
          <a:prstGeom prst="rect">
            <a:avLst/>
          </a:prstGeom>
          <a:solidFill>
            <a:srgbClr val="0D254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id</a:t>
            </a:r>
          </a:p>
          <a:p>
            <a:pPr algn="ctr"/>
            <a:r>
              <a:rPr sz="800" b="0" i="0">
                <a:solidFill>
                  <a:srgbClr val="FFFFFF"/>
                </a:solidFill>
                <a:latin typeface="Noto Sans Symbols"/>
              </a:rPr>
              <a:t>2 B</a:t>
            </a:r>
          </a:p>
        </p:txBody>
      </p:sp>
      <p:sp>
        <p:nvSpPr>
          <p:cNvPr id="1584" name="Rectangle 1583"/>
          <p:cNvSpPr/>
          <p:nvPr/>
        </p:nvSpPr>
        <p:spPr>
          <a:xfrm>
            <a:off x="1459121" y="1783080"/>
            <a:ext cx="1274934" cy="685800"/>
          </a:xfrm>
          <a:prstGeom prst="rect">
            <a:avLst/>
          </a:prstGeom>
          <a:solidFill>
            <a:srgbClr val="0D2547"/>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contador</a:t>
            </a:r>
          </a:p>
          <a:p>
            <a:pPr algn="ctr"/>
            <a:r>
              <a:rPr sz="800" b="0" i="0">
                <a:solidFill>
                  <a:srgbClr val="FFFFFF"/>
                </a:solidFill>
                <a:latin typeface="Noto Sans Symbols"/>
              </a:rPr>
              <a:t>4 B</a:t>
            </a:r>
          </a:p>
        </p:txBody>
      </p:sp>
      <p:sp>
        <p:nvSpPr>
          <p:cNvPr id="1585" name="Rectangle 1584"/>
          <p:cNvSpPr/>
          <p:nvPr/>
        </p:nvSpPr>
        <p:spPr>
          <a:xfrm>
            <a:off x="2734056" y="1783080"/>
            <a:ext cx="318733" cy="685800"/>
          </a:xfrm>
          <a:prstGeom prst="rect">
            <a:avLst/>
          </a:prstGeom>
          <a:solidFill>
            <a:srgbClr val="10743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750" b="1" i="0">
                <a:solidFill>
                  <a:srgbClr val="FFFFFF"/>
                </a:solidFill>
                <a:latin typeface="Noto Sans Symbols"/>
              </a:rPr>
              <a:t>flags</a:t>
            </a:r>
          </a:p>
          <a:p>
            <a:pPr algn="ctr"/>
            <a:r>
              <a:rPr sz="800" b="0" i="0">
                <a:solidFill>
                  <a:srgbClr val="FFFFFF"/>
                </a:solidFill>
                <a:latin typeface="Noto Sans Symbols"/>
              </a:rPr>
              <a:t>1 B</a:t>
            </a:r>
          </a:p>
        </p:txBody>
      </p:sp>
      <p:sp>
        <p:nvSpPr>
          <p:cNvPr id="1586" name="Rectangle 1585"/>
          <p:cNvSpPr/>
          <p:nvPr/>
        </p:nvSpPr>
        <p:spPr>
          <a:xfrm>
            <a:off x="3052789" y="1783080"/>
            <a:ext cx="1274934" cy="685800"/>
          </a:xfrm>
          <a:prstGeom prst="rect">
            <a:avLst/>
          </a:prstGeom>
          <a:solidFill>
            <a:srgbClr val="10743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iTOW</a:t>
            </a:r>
          </a:p>
          <a:p>
            <a:pPr algn="ctr"/>
            <a:r>
              <a:rPr sz="800" b="0" i="0">
                <a:solidFill>
                  <a:srgbClr val="FFFFFF"/>
                </a:solidFill>
                <a:latin typeface="Noto Sans Symbols"/>
              </a:rPr>
              <a:t>4 B</a:t>
            </a:r>
          </a:p>
        </p:txBody>
      </p:sp>
      <p:sp>
        <p:nvSpPr>
          <p:cNvPr id="1587" name="Rectangle 1586"/>
          <p:cNvSpPr/>
          <p:nvPr/>
        </p:nvSpPr>
        <p:spPr>
          <a:xfrm>
            <a:off x="4327724" y="1783080"/>
            <a:ext cx="1274934" cy="685800"/>
          </a:xfrm>
          <a:prstGeom prst="rect">
            <a:avLst/>
          </a:prstGeom>
          <a:solidFill>
            <a:srgbClr val="10743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latitud</a:t>
            </a:r>
          </a:p>
          <a:p>
            <a:pPr algn="ctr"/>
            <a:r>
              <a:rPr sz="800" b="0" i="0">
                <a:solidFill>
                  <a:srgbClr val="FFFFFF"/>
                </a:solidFill>
                <a:latin typeface="Noto Sans Symbols"/>
              </a:rPr>
              <a:t>4 B</a:t>
            </a:r>
          </a:p>
        </p:txBody>
      </p:sp>
      <p:sp>
        <p:nvSpPr>
          <p:cNvPr id="1588" name="Rectangle 1587"/>
          <p:cNvSpPr/>
          <p:nvPr/>
        </p:nvSpPr>
        <p:spPr>
          <a:xfrm>
            <a:off x="5602659" y="1783080"/>
            <a:ext cx="1274934" cy="685800"/>
          </a:xfrm>
          <a:prstGeom prst="rect">
            <a:avLst/>
          </a:prstGeom>
          <a:solidFill>
            <a:srgbClr val="10743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longitud</a:t>
            </a:r>
          </a:p>
          <a:p>
            <a:pPr algn="ctr"/>
            <a:r>
              <a:rPr sz="800" b="0" i="0">
                <a:solidFill>
                  <a:srgbClr val="FFFFFF"/>
                </a:solidFill>
                <a:latin typeface="Noto Sans Symbols"/>
              </a:rPr>
              <a:t>4 B</a:t>
            </a:r>
          </a:p>
        </p:txBody>
      </p:sp>
      <p:sp>
        <p:nvSpPr>
          <p:cNvPr id="1589" name="Rectangle 1588"/>
          <p:cNvSpPr/>
          <p:nvPr/>
        </p:nvSpPr>
        <p:spPr>
          <a:xfrm>
            <a:off x="6877594" y="1783080"/>
            <a:ext cx="637467" cy="685800"/>
          </a:xfrm>
          <a:prstGeom prst="rect">
            <a:avLst/>
          </a:prstGeom>
          <a:solidFill>
            <a:srgbClr val="10743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velocidad</a:t>
            </a:r>
          </a:p>
          <a:p>
            <a:pPr algn="ctr"/>
            <a:r>
              <a:rPr sz="800" b="0" i="0">
                <a:solidFill>
                  <a:srgbClr val="FFFFFF"/>
                </a:solidFill>
                <a:latin typeface="Noto Sans Symbols"/>
              </a:rPr>
              <a:t>2 B</a:t>
            </a:r>
          </a:p>
        </p:txBody>
      </p:sp>
      <p:sp>
        <p:nvSpPr>
          <p:cNvPr id="1590" name="Rectangle 1589"/>
          <p:cNvSpPr/>
          <p:nvPr/>
        </p:nvSpPr>
        <p:spPr>
          <a:xfrm>
            <a:off x="7515061" y="1783080"/>
            <a:ext cx="637467" cy="685800"/>
          </a:xfrm>
          <a:prstGeom prst="rect">
            <a:avLst/>
          </a:prstGeom>
          <a:solidFill>
            <a:srgbClr val="10743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rumbo</a:t>
            </a:r>
          </a:p>
          <a:p>
            <a:pPr algn="ctr"/>
            <a:r>
              <a:rPr sz="800" b="0" i="0">
                <a:solidFill>
                  <a:srgbClr val="FFFFFF"/>
                </a:solidFill>
                <a:latin typeface="Noto Sans Symbols"/>
              </a:rPr>
              <a:t>2 B</a:t>
            </a:r>
          </a:p>
        </p:txBody>
      </p:sp>
      <p:sp>
        <p:nvSpPr>
          <p:cNvPr id="1591" name="Rectangle 1590"/>
          <p:cNvSpPr/>
          <p:nvPr/>
        </p:nvSpPr>
        <p:spPr>
          <a:xfrm>
            <a:off x="8152529" y="1783080"/>
            <a:ext cx="318733" cy="685800"/>
          </a:xfrm>
          <a:prstGeom prst="rect">
            <a:avLst/>
          </a:prstGeom>
          <a:solidFill>
            <a:srgbClr val="14C99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750" b="1" i="0">
                <a:solidFill>
                  <a:srgbClr val="FFFFFF"/>
                </a:solidFill>
                <a:latin typeface="Noto Sans Symbols"/>
              </a:rPr>
              <a:t>hAcc</a:t>
            </a:r>
          </a:p>
          <a:p>
            <a:pPr algn="ctr"/>
            <a:r>
              <a:rPr sz="800" b="0" i="0">
                <a:solidFill>
                  <a:srgbClr val="FFFFFF"/>
                </a:solidFill>
                <a:latin typeface="Noto Sans Symbols"/>
              </a:rPr>
              <a:t>1 B</a:t>
            </a:r>
          </a:p>
        </p:txBody>
      </p:sp>
      <p:sp>
        <p:nvSpPr>
          <p:cNvPr id="1592" name="Rectangle 1591"/>
          <p:cNvSpPr/>
          <p:nvPr/>
        </p:nvSpPr>
        <p:spPr>
          <a:xfrm>
            <a:off x="8471262" y="1783080"/>
            <a:ext cx="318733" cy="685800"/>
          </a:xfrm>
          <a:prstGeom prst="rect">
            <a:avLst/>
          </a:prstGeom>
          <a:solidFill>
            <a:srgbClr val="14C99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750" b="1" i="0">
                <a:solidFill>
                  <a:srgbClr val="FFFFFF"/>
                </a:solidFill>
                <a:latin typeface="Noto Sans Symbols"/>
              </a:rPr>
              <a:t>acel</a:t>
            </a:r>
          </a:p>
          <a:p>
            <a:pPr algn="ctr"/>
            <a:r>
              <a:rPr sz="800" b="0" i="0">
                <a:solidFill>
                  <a:srgbClr val="FFFFFF"/>
                </a:solidFill>
                <a:latin typeface="Noto Sans Symbols"/>
              </a:rPr>
              <a:t>1 B</a:t>
            </a:r>
          </a:p>
        </p:txBody>
      </p:sp>
      <p:sp>
        <p:nvSpPr>
          <p:cNvPr id="1593" name="Rectangle 1592"/>
          <p:cNvSpPr/>
          <p:nvPr/>
        </p:nvSpPr>
        <p:spPr>
          <a:xfrm>
            <a:off x="8789996" y="1783080"/>
            <a:ext cx="318733" cy="685800"/>
          </a:xfrm>
          <a:prstGeom prst="rect">
            <a:avLst/>
          </a:prstGeom>
          <a:solidFill>
            <a:srgbClr val="10743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750" b="1" i="0">
                <a:solidFill>
                  <a:srgbClr val="FFFFFF"/>
                </a:solidFill>
                <a:latin typeface="Noto Sans Symbols"/>
              </a:rPr>
              <a:t>sats</a:t>
            </a:r>
          </a:p>
          <a:p>
            <a:pPr algn="ctr"/>
            <a:r>
              <a:rPr sz="800" b="0" i="0">
                <a:solidFill>
                  <a:srgbClr val="FFFFFF"/>
                </a:solidFill>
                <a:latin typeface="Noto Sans Symbols"/>
              </a:rPr>
              <a:t>1 B</a:t>
            </a:r>
          </a:p>
        </p:txBody>
      </p:sp>
      <p:sp>
        <p:nvSpPr>
          <p:cNvPr id="1594" name="Rectangle 1593"/>
          <p:cNvSpPr/>
          <p:nvPr/>
        </p:nvSpPr>
        <p:spPr>
          <a:xfrm>
            <a:off x="9108730" y="1783080"/>
            <a:ext cx="2549869" cy="685800"/>
          </a:xfrm>
          <a:prstGeom prst="rect">
            <a:avLst/>
          </a:prstGeom>
          <a:solidFill>
            <a:srgbClr val="351C75"/>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CMAC</a:t>
            </a:r>
          </a:p>
          <a:p>
            <a:pPr algn="ctr"/>
            <a:r>
              <a:rPr sz="800" b="0" i="0">
                <a:solidFill>
                  <a:srgbClr val="FFFFFF"/>
                </a:solidFill>
                <a:latin typeface="Noto Sans Symbols"/>
              </a:rPr>
              <a:t>8 B</a:t>
            </a:r>
          </a:p>
        </p:txBody>
      </p:sp>
      <p:sp>
        <p:nvSpPr>
          <p:cNvPr id="1595" name="TextBox 1594"/>
          <p:cNvSpPr txBox="1"/>
          <p:nvPr/>
        </p:nvSpPr>
        <p:spPr>
          <a:xfrm>
            <a:off x="502920" y="1325880"/>
            <a:ext cx="2231135" cy="365760"/>
          </a:xfrm>
          <a:prstGeom prst="rect">
            <a:avLst/>
          </a:prstGeom>
          <a:noFill/>
        </p:spPr>
        <p:txBody>
          <a:bodyPr wrap="square" anchor="t" lIns="36576" rIns="36576" tIns="36576" bIns="36576">
            <a:spAutoFit/>
          </a:bodyPr>
          <a:lstStyle/>
          <a:p>
            <a:pPr algn="ctr"/>
            <a:r>
              <a:rPr sz="1100" b="1" i="0">
                <a:solidFill>
                  <a:srgbClr val="0D2547"/>
                </a:solidFill>
                <a:latin typeface="Noto Sans Symbols"/>
              </a:rPr>
              <a:t>EN CLARO (7 B)</a:t>
            </a:r>
          </a:p>
        </p:txBody>
      </p:sp>
      <p:sp>
        <p:nvSpPr>
          <p:cNvPr id="1596" name="TextBox 1595"/>
          <p:cNvSpPr txBox="1"/>
          <p:nvPr/>
        </p:nvSpPr>
        <p:spPr>
          <a:xfrm>
            <a:off x="2734055" y="1325880"/>
            <a:ext cx="6374674" cy="365760"/>
          </a:xfrm>
          <a:prstGeom prst="rect">
            <a:avLst/>
          </a:prstGeom>
          <a:noFill/>
        </p:spPr>
        <p:txBody>
          <a:bodyPr wrap="square" anchor="t" lIns="36576" rIns="36576" tIns="36576" bIns="36576">
            <a:spAutoFit/>
          </a:bodyPr>
          <a:lstStyle/>
          <a:p>
            <a:pPr algn="ctr"/>
            <a:r>
              <a:rPr sz="1100" b="1" i="0">
                <a:solidFill>
                  <a:srgbClr val="107439"/>
                </a:solidFill>
                <a:latin typeface="Noto Sans Symbols"/>
              </a:rPr>
              <a:t>CIFRADO AES-128-CTR (20 B)</a:t>
            </a:r>
          </a:p>
        </p:txBody>
      </p:sp>
      <p:sp>
        <p:nvSpPr>
          <p:cNvPr id="1597" name="TextBox 1596"/>
          <p:cNvSpPr txBox="1"/>
          <p:nvPr/>
        </p:nvSpPr>
        <p:spPr>
          <a:xfrm>
            <a:off x="9108730" y="1325880"/>
            <a:ext cx="2549869" cy="365760"/>
          </a:xfrm>
          <a:prstGeom prst="rect">
            <a:avLst/>
          </a:prstGeom>
          <a:noFill/>
        </p:spPr>
        <p:txBody>
          <a:bodyPr wrap="square" anchor="t" lIns="36576" rIns="36576" tIns="36576" bIns="36576">
            <a:spAutoFit/>
          </a:bodyPr>
          <a:lstStyle/>
          <a:p>
            <a:pPr algn="ctr"/>
            <a:r>
              <a:rPr sz="1100" b="1" i="0">
                <a:solidFill>
                  <a:srgbClr val="351C75"/>
                </a:solidFill>
                <a:latin typeface="Noto Sans Symbols"/>
              </a:rPr>
              <a:t>CMAC (8 B)</a:t>
            </a:r>
          </a:p>
        </p:txBody>
      </p:sp>
      <p:sp>
        <p:nvSpPr>
          <p:cNvPr id="1598" name="TextBox 1597"/>
          <p:cNvSpPr txBox="1"/>
          <p:nvPr/>
        </p:nvSpPr>
        <p:spPr>
          <a:xfrm>
            <a:off x="7922622" y="2514600"/>
            <a:ext cx="2011680" cy="320040"/>
          </a:xfrm>
          <a:prstGeom prst="rect">
            <a:avLst/>
          </a:prstGeom>
          <a:noFill/>
        </p:spPr>
        <p:txBody>
          <a:bodyPr wrap="square" anchor="t" lIns="36576" rIns="36576" tIns="36576" bIns="36576">
            <a:spAutoFit/>
          </a:bodyPr>
          <a:lstStyle/>
          <a:p>
            <a:pPr algn="l"/>
            <a:r>
              <a:rPr sz="950" b="1" i="0">
                <a:solidFill>
                  <a:srgbClr val="14C99A"/>
                </a:solidFill>
                <a:latin typeface="Noto Sans Symbols"/>
              </a:rPr>
              <a:t>nuevo en la versión 2</a:t>
            </a:r>
          </a:p>
        </p:txBody>
      </p:sp>
      <p:sp>
        <p:nvSpPr>
          <p:cNvPr id="1599" name="TextBox 1598"/>
          <p:cNvSpPr txBox="1"/>
          <p:nvPr/>
        </p:nvSpPr>
        <p:spPr>
          <a:xfrm>
            <a:off x="502920" y="3017520"/>
            <a:ext cx="5486400" cy="365760"/>
          </a:xfrm>
          <a:prstGeom prst="rect">
            <a:avLst/>
          </a:prstGeom>
          <a:noFill/>
        </p:spPr>
        <p:txBody>
          <a:bodyPr wrap="square" anchor="t" lIns="36576" rIns="36576" tIns="36576" bIns="36576">
            <a:spAutoFit/>
          </a:bodyPr>
          <a:lstStyle/>
          <a:p>
            <a:pPr algn="l"/>
            <a:r>
              <a:rPr sz="1300" b="0" i="0">
                <a:solidFill>
                  <a:srgbClr val="0D2547"/>
                </a:solidFill>
                <a:latin typeface="Impact"/>
              </a:rPr>
              <a:t>TRAMA TDMA DE 100 ms (una por época GNSS)</a:t>
            </a:r>
          </a:p>
        </p:txBody>
      </p:sp>
      <p:sp>
        <p:nvSpPr>
          <p:cNvPr id="1600" name="Rectangle 1599"/>
          <p:cNvSpPr/>
          <p:nvPr/>
        </p:nvSpPr>
        <p:spPr>
          <a:xfrm>
            <a:off x="502920" y="3474720"/>
            <a:ext cx="1086307" cy="548640"/>
          </a:xfrm>
          <a:prstGeom prst="rect">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Noto Sans Symbols"/>
              </a:rPr>
              <a:t>ranura 0</a:t>
            </a:r>
          </a:p>
        </p:txBody>
      </p:sp>
      <p:sp>
        <p:nvSpPr>
          <p:cNvPr id="1601" name="Rectangle 1600"/>
          <p:cNvSpPr/>
          <p:nvPr/>
        </p:nvSpPr>
        <p:spPr>
          <a:xfrm>
            <a:off x="1589227" y="3474720"/>
            <a:ext cx="120700" cy="548640"/>
          </a:xfrm>
          <a:prstGeom prst="rect">
            <a:avLst/>
          </a:prstGeom>
          <a:solidFill>
            <a:srgbClr val="C9D3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2" name="Rectangle 1601"/>
          <p:cNvSpPr/>
          <p:nvPr/>
        </p:nvSpPr>
        <p:spPr>
          <a:xfrm>
            <a:off x="1709928" y="3474720"/>
            <a:ext cx="1086307" cy="548640"/>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Noto Sans Symbols"/>
              </a:rPr>
              <a:t>ranura 1</a:t>
            </a:r>
          </a:p>
        </p:txBody>
      </p:sp>
      <p:sp>
        <p:nvSpPr>
          <p:cNvPr id="1603" name="Rectangle 1602"/>
          <p:cNvSpPr/>
          <p:nvPr/>
        </p:nvSpPr>
        <p:spPr>
          <a:xfrm>
            <a:off x="2796235" y="3474720"/>
            <a:ext cx="120700" cy="548640"/>
          </a:xfrm>
          <a:prstGeom prst="rect">
            <a:avLst/>
          </a:prstGeom>
          <a:solidFill>
            <a:srgbClr val="C9D3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4" name="Rectangle 1603"/>
          <p:cNvSpPr/>
          <p:nvPr/>
        </p:nvSpPr>
        <p:spPr>
          <a:xfrm>
            <a:off x="2916935" y="3474720"/>
            <a:ext cx="1086307" cy="5486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Noto Sans Symbols"/>
              </a:rPr>
              <a:t>ranura 2</a:t>
            </a:r>
          </a:p>
        </p:txBody>
      </p:sp>
      <p:sp>
        <p:nvSpPr>
          <p:cNvPr id="1605" name="Rectangle 1604"/>
          <p:cNvSpPr/>
          <p:nvPr/>
        </p:nvSpPr>
        <p:spPr>
          <a:xfrm>
            <a:off x="4003243" y="3474720"/>
            <a:ext cx="120700" cy="548640"/>
          </a:xfrm>
          <a:prstGeom prst="rect">
            <a:avLst/>
          </a:prstGeom>
          <a:solidFill>
            <a:srgbClr val="C9D3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6" name="Rectangle 1605"/>
          <p:cNvSpPr/>
          <p:nvPr/>
        </p:nvSpPr>
        <p:spPr>
          <a:xfrm>
            <a:off x="4123944" y="3474720"/>
            <a:ext cx="1086307" cy="548640"/>
          </a:xfrm>
          <a:prstGeom prst="rect">
            <a:avLst/>
          </a:prstGeom>
          <a:solidFill>
            <a:srgbClr val="351C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Noto Sans Symbols"/>
              </a:rPr>
              <a:t>ranura 3</a:t>
            </a:r>
          </a:p>
        </p:txBody>
      </p:sp>
      <p:sp>
        <p:nvSpPr>
          <p:cNvPr id="1607" name="Rectangle 1606"/>
          <p:cNvSpPr/>
          <p:nvPr/>
        </p:nvSpPr>
        <p:spPr>
          <a:xfrm>
            <a:off x="5210251" y="3474720"/>
            <a:ext cx="120700" cy="548640"/>
          </a:xfrm>
          <a:prstGeom prst="rect">
            <a:avLst/>
          </a:prstGeom>
          <a:solidFill>
            <a:srgbClr val="C9D3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8" name="Rectangle 1607"/>
          <p:cNvSpPr/>
          <p:nvPr/>
        </p:nvSpPr>
        <p:spPr>
          <a:xfrm>
            <a:off x="5330951" y="3474720"/>
            <a:ext cx="1086307" cy="548640"/>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FFFFFF"/>
                </a:solidFill>
                <a:latin typeface="Noto Sans Symbols"/>
              </a:rPr>
              <a:t>ranura 4</a:t>
            </a:r>
          </a:p>
        </p:txBody>
      </p:sp>
      <p:sp>
        <p:nvSpPr>
          <p:cNvPr id="1609" name="Rectangle 1608"/>
          <p:cNvSpPr/>
          <p:nvPr/>
        </p:nvSpPr>
        <p:spPr>
          <a:xfrm>
            <a:off x="6417259" y="3474720"/>
            <a:ext cx="120700" cy="548640"/>
          </a:xfrm>
          <a:prstGeom prst="rect">
            <a:avLst/>
          </a:prstGeom>
          <a:solidFill>
            <a:srgbClr val="C9D3D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cxnSp>
        <p:nvCxnSpPr>
          <p:cNvPr id="1610" name="Connector 1609"/>
          <p:cNvCxnSpPr/>
          <p:nvPr/>
        </p:nvCxnSpPr>
        <p:spPr>
          <a:xfrm>
            <a:off x="502920" y="4206240"/>
            <a:ext cx="6035039" cy="0"/>
          </a:xfrm>
          <a:prstGeom prst="line">
            <a:avLst/>
          </a:prstGeom>
          <a:ln w="15875">
            <a:solidFill>
              <a:srgbClr val="0D2547"/>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1611" name="TextBox 1610"/>
          <p:cNvSpPr txBox="1"/>
          <p:nvPr/>
        </p:nvSpPr>
        <p:spPr>
          <a:xfrm>
            <a:off x="502920" y="4251960"/>
            <a:ext cx="6035040" cy="320040"/>
          </a:xfrm>
          <a:prstGeom prst="rect">
            <a:avLst/>
          </a:prstGeom>
          <a:noFill/>
        </p:spPr>
        <p:txBody>
          <a:bodyPr wrap="square" anchor="t" lIns="36576" rIns="36576" tIns="36576" bIns="36576">
            <a:spAutoFit/>
          </a:bodyPr>
          <a:lstStyle/>
          <a:p>
            <a:pPr algn="ctr"/>
            <a:r>
              <a:rPr sz="1050" b="0" i="0">
                <a:solidFill>
                  <a:srgbClr val="0D2547"/>
                </a:solidFill>
                <a:latin typeface="Noto Sans Symbols"/>
              </a:rPr>
              <a:t>5 × (18 ms de aire + 2 ms de guarda) = 100 ms, alineado al 1PPS</a:t>
            </a:r>
          </a:p>
        </p:txBody>
      </p:sp>
      <p:sp>
        <p:nvSpPr>
          <p:cNvPr id="1612" name="TextBox 1611"/>
          <p:cNvSpPr txBox="1"/>
          <p:nvPr/>
        </p:nvSpPr>
        <p:spPr>
          <a:xfrm>
            <a:off x="502920" y="4663440"/>
            <a:ext cx="6035040" cy="1554480"/>
          </a:xfrm>
          <a:prstGeom prst="rect">
            <a:avLst/>
          </a:prstGeom>
          <a:noFill/>
        </p:spPr>
        <p:txBody>
          <a:bodyPr wrap="square" anchor="t" lIns="36576" rIns="36576" tIns="36576" bIns="36576">
            <a:spAutoFit/>
          </a:bodyPr>
          <a:lstStyle/>
          <a:p>
            <a:pPr algn="l">
              <a:spcAft>
                <a:spcPts val="400"/>
              </a:spcAft>
            </a:pPr>
            <a:r>
              <a:rPr sz="1100" b="1" i="0">
                <a:solidFill>
                  <a:srgbClr val="0D2547"/>
                </a:solidFill>
                <a:latin typeface="Noto Sans Symbols"/>
              </a:rPr>
              <a:t>Ranura de cada tren: </a:t>
            </a:r>
            <a:r>
              <a:rPr sz="1100" b="0" i="0">
                <a:solidFill>
                  <a:srgbClr val="0D2547"/>
                </a:solidFill>
                <a:latin typeface="Noto Sans Symbols"/>
              </a:rPr>
              <a:t>su ID módulo la cantidad de ranuras.</a:t>
            </a:r>
          </a:p>
          <a:p>
            <a:pPr algn="l">
              <a:spcAft>
                <a:spcPts val="400"/>
              </a:spcAft>
            </a:pPr>
            <a:r>
              <a:rPr sz="1100" b="1" i="0">
                <a:solidFill>
                  <a:srgbClr val="0D2547"/>
                </a:solidFill>
                <a:latin typeface="Noto Sans Symbols"/>
              </a:rPr>
              <a:t>Sincronismo: </a:t>
            </a:r>
            <a:r>
              <a:rPr sz="1100" b="0" i="0">
                <a:solidFill>
                  <a:srgbClr val="0D2547"/>
                </a:solidFill>
                <a:latin typeface="Noto Sans Symbols"/>
              </a:rPr>
              <a:t>el 1PPS del GNSS ancla el reloj con error de microsegundos.</a:t>
            </a:r>
          </a:p>
          <a:p>
            <a:pPr algn="l">
              <a:spcAft>
                <a:spcPts val="400"/>
              </a:spcAft>
            </a:pPr>
            <a:r>
              <a:rPr sz="1100" b="1" i="0">
                <a:solidFill>
                  <a:srgbClr val="0D2547"/>
                </a:solidFill>
                <a:latin typeface="Noto Sans Symbols"/>
              </a:rPr>
              <a:t>Sin tiempo GPS: </a:t>
            </a:r>
            <a:r>
              <a:rPr sz="1100" b="0" i="0">
                <a:solidFill>
                  <a:srgbClr val="0D2547"/>
                </a:solidFill>
                <a:latin typeface="Noto Sans Symbols"/>
              </a:rPr>
              <a:t>transmite sin ranura, marcado sin tiempo, solo para banco.</a:t>
            </a:r>
          </a:p>
        </p:txBody>
      </p:sp>
      <p:graphicFrame>
        <p:nvGraphicFramePr>
          <p:cNvPr id="1613" name="Table 1612"/>
          <p:cNvGraphicFramePr>
            <a:graphicFrameLocks noGrp="1"/>
          </p:cNvGraphicFramePr>
          <p:nvPr/>
        </p:nvGraphicFramePr>
        <p:xfrm>
          <a:off x="6858000" y="3017520"/>
          <a:ext cx="4846320" cy="2304288"/>
        </p:xfrm>
        <a:graphic>
          <a:graphicData uri="http://schemas.openxmlformats.org/drawingml/2006/table">
            <a:tbl>
              <a:tblPr firstRow="0" bandRow="0"/>
              <a:tblGrid>
                <a:gridCol w="2651760"/>
                <a:gridCol w="914400"/>
                <a:gridCol w="1280160"/>
              </a:tblGrid>
              <a:tr h="384048">
                <a:tc>
                  <a:txBody>
                    <a:bodyPr wrap="square"/>
                    <a:lstStyle/>
                    <a:p>
                      <a:pPr algn="ctr"/>
                      <a:r>
                        <a:rPr sz="1100" b="1" i="0">
                          <a:solidFill>
                            <a:srgbClr val="FFFFFF"/>
                          </a:solidFill>
                          <a:latin typeface="Noto Sans Symbols"/>
                        </a:rPr>
                        <a:t>Radio y perfil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Aire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Trenes por canal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384048">
                <a:tc>
                  <a:txBody>
                    <a:bodyPr wrap="square"/>
                    <a:lstStyle/>
                    <a:p>
                      <a:pPr algn="l"/>
                      <a:r>
                        <a:rPr sz="1050" b="1" i="0">
                          <a:solidFill>
                            <a:srgbClr val="0D2547"/>
                          </a:solidFill>
                          <a:latin typeface="Noto Sans Symbols"/>
                        </a:rPr>
                        <a:t>LoRa SF7/500 (por defecto)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18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5</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LoRa SF6/500</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8</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LoRa SF7/250</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36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2</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Raveon 9600 bps, cada 100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 29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2</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Raveon 9600 bps, cada 500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 29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12</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614" name="TextBox 1613"/>
          <p:cNvSpPr txBox="1"/>
          <p:nvPr/>
        </p:nvSpPr>
        <p:spPr>
          <a:xfrm>
            <a:off x="6858000" y="5440680"/>
            <a:ext cx="4846320" cy="822960"/>
          </a:xfrm>
          <a:prstGeom prst="rect">
            <a:avLst/>
          </a:prstGeom>
          <a:noFill/>
        </p:spPr>
        <p:txBody>
          <a:bodyPr wrap="square" anchor="t" lIns="36576" rIns="36576" tIns="36576" bIns="36576">
            <a:spAutoFit/>
          </a:bodyPr>
          <a:lstStyle/>
          <a:p>
            <a:pPr algn="l"/>
            <a:r>
              <a:rPr sz="1000" b="0" i="0">
                <a:solidFill>
                  <a:srgbClr val="5F6B7A"/>
                </a:solidFill>
                <a:latin typeface="Noto Sans Symbols"/>
              </a:rPr>
              <a:t>Cerca de un cruce se escuchan 2 a 4 trenes a la vez en hora pico (radio de 1,5 a 2 km). Con el Raveon conviene bajar la tasa a 500 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14</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HARDWARE · CÁLCULO</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CONSUMO Y AUTONOMÍA</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502920" y="1325880"/>
          <a:ext cx="5669280" cy="3291840"/>
        </p:xfrm>
        <a:graphic>
          <a:graphicData uri="http://schemas.openxmlformats.org/drawingml/2006/table">
            <a:tbl>
              <a:tblPr firstRow="0" bandRow="0"/>
              <a:tblGrid>
                <a:gridCol w="3017520"/>
                <a:gridCol w="1325880"/>
                <a:gridCol w="1325880"/>
              </a:tblGrid>
              <a:tr h="411480">
                <a:tc>
                  <a:txBody>
                    <a:bodyPr wrap="square"/>
                    <a:lstStyle/>
                    <a:p>
                      <a:pPr algn="ctr"/>
                      <a:r>
                        <a:rPr sz="1100" b="1" i="0">
                          <a:solidFill>
                            <a:srgbClr val="FFFFFF"/>
                          </a:solidFill>
                          <a:latin typeface="Noto Sans Symbols"/>
                        </a:rPr>
                        <a:t>Consumo a 3,3 V (estimado)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Cruce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411480">
                <a:tc>
                  <a:txBody>
                    <a:bodyPr wrap="square"/>
                    <a:lstStyle/>
                    <a:p>
                      <a:pPr algn="l"/>
                      <a:r>
                        <a:rPr sz="1050" b="1" i="0">
                          <a:solidFill>
                            <a:srgbClr val="0D2547"/>
                          </a:solidFill>
                          <a:latin typeface="Noto Sans Symbols"/>
                        </a:rPr>
                        <a:t>ESP32-S3 a 240 MHz</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60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60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11480">
                <a:tc>
                  <a:txBody>
                    <a:bodyPr wrap="square"/>
                    <a:lstStyle/>
                    <a:p>
                      <a:pPr algn="l"/>
                      <a:r>
                        <a:rPr sz="1050" b="1" i="0">
                          <a:solidFill>
                            <a:srgbClr val="0D2547"/>
                          </a:solidFill>
                          <a:latin typeface="Noto Sans Symbols"/>
                        </a:rPr>
                        <a:t>SX1262 (TX 118 mA al 18 % / RX)</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21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4,6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11480">
                <a:tc>
                  <a:txBody>
                    <a:bodyPr wrap="square"/>
                    <a:lstStyle/>
                    <a:p>
                      <a:pPr algn="l"/>
                      <a:r>
                        <a:rPr sz="1050" b="1" i="0">
                          <a:solidFill>
                            <a:srgbClr val="0D2547"/>
                          </a:solidFill>
                          <a:latin typeface="Noto Sans Symbols"/>
                        </a:rPr>
                        <a:t>MAX-M10S (25 mW)</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8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8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11480">
                <a:tc>
                  <a:txBody>
                    <a:bodyPr wrap="square"/>
                    <a:lstStyle/>
                    <a:p>
                      <a:pPr algn="l"/>
                      <a:r>
                        <a:rPr sz="1050" b="1" i="0">
                          <a:solidFill>
                            <a:srgbClr val="0D2547"/>
                          </a:solidFill>
                          <a:latin typeface="Noto Sans Symbols"/>
                        </a:rPr>
                        <a:t>OLED, microSD e IMU</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26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25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11480">
                <a:tc>
                  <a:txBody>
                    <a:bodyPr wrap="square"/>
                    <a:lstStyle/>
                    <a:p>
                      <a:pPr algn="l"/>
                      <a:r>
                        <a:rPr sz="1050" b="1" i="0">
                          <a:solidFill>
                            <a:srgbClr val="0D2547"/>
                          </a:solidFill>
                          <a:latin typeface="Noto Sans Symbols"/>
                        </a:rPr>
                        <a:t>LEDs y buzzer (peor caso)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62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11480">
                <a:tc>
                  <a:txBody>
                    <a:bodyPr wrap="square"/>
                    <a:lstStyle/>
                    <a:p>
                      <a:pPr algn="l"/>
                      <a:r>
                        <a:rPr sz="1050" b="1" i="0">
                          <a:solidFill>
                            <a:srgbClr val="0D2547"/>
                          </a:solidFill>
                          <a:latin typeface="Noto Sans Symbols"/>
                        </a:rPr>
                        <a:t>Total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1" i="0">
                          <a:solidFill>
                            <a:srgbClr val="0D2547"/>
                          </a:solidFill>
                          <a:latin typeface="Noto Sans Symbols"/>
                        </a:rPr>
                        <a:t>≈ 115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0D2547"/>
                          </a:solidFill>
                          <a:latin typeface="Noto Sans Symbols"/>
                        </a:rPr>
                        <a:t>98 a 160 mA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11480">
                <a:tc>
                  <a:txBody>
                    <a:bodyPr wrap="square"/>
                    <a:lstStyle/>
                    <a:p>
                      <a:pPr algn="l"/>
                      <a:r>
                        <a:rPr sz="1050" b="1" i="0">
                          <a:solidFill>
                            <a:srgbClr val="0D2547"/>
                          </a:solidFill>
                          <a:latin typeface="Noto Sans Symbols"/>
                        </a:rPr>
                        <a:t>Autonomía con 18650 de 3000 mAh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1" i="0">
                          <a:solidFill>
                            <a:srgbClr val="107439"/>
                          </a:solidFill>
                          <a:latin typeface="Noto Sans Symbols"/>
                        </a:rPr>
                        <a:t>≈ 22 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16 a 26 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583" name="TextBox 1582"/>
          <p:cNvSpPr txBox="1"/>
          <p:nvPr/>
        </p:nvSpPr>
        <p:spPr>
          <a:xfrm>
            <a:off x="502920" y="4709160"/>
            <a:ext cx="5669280" cy="1554480"/>
          </a:xfrm>
          <a:prstGeom prst="rect">
            <a:avLst/>
          </a:prstGeom>
          <a:noFill/>
        </p:spPr>
        <p:txBody>
          <a:bodyPr wrap="square" anchor="t" lIns="36576" rIns="36576" tIns="36576" bIns="36576">
            <a:spAutoFit/>
          </a:bodyPr>
          <a:lstStyle/>
          <a:p>
            <a:pPr algn="l">
              <a:spcAft>
                <a:spcPts val="400"/>
              </a:spcAft>
            </a:pPr>
            <a:r>
              <a:rPr sz="1100" b="1" i="0">
                <a:solidFill>
                  <a:srgbClr val="0D2547"/>
                </a:solidFill>
                <a:latin typeface="Noto Sans Symbols"/>
              </a:rPr>
              <a:t>Autonomía = </a:t>
            </a:r>
            <a:r>
              <a:rPr sz="1100" b="0" i="0">
                <a:solidFill>
                  <a:srgbClr val="0D2547"/>
                </a:solidFill>
                <a:latin typeface="Noto Sans Symbols"/>
              </a:rPr>
              <a:t>0,85 × 3000 mAh / corriente de la celda</a:t>
            </a:r>
          </a:p>
          <a:p>
            <a:pPr algn="l">
              <a:spcAft>
                <a:spcPts val="400"/>
              </a:spcAft>
            </a:pPr>
            <a:r>
              <a:rPr sz="1100" b="1" i="0">
                <a:solidFill>
                  <a:srgbClr val="0D2547"/>
                </a:solidFill>
                <a:latin typeface="Noto Sans Symbols"/>
              </a:rPr>
              <a:t>Corriente de la celda = </a:t>
            </a:r>
            <a:r>
              <a:rPr sz="1100" b="0" i="0">
                <a:solidFill>
                  <a:srgbClr val="0D2547"/>
                </a:solidFill>
                <a:latin typeface="Noto Sans Symbols"/>
              </a:rPr>
              <a:t>P a 3,3 V / (0,9 × 3,7 V)</a:t>
            </a:r>
          </a:p>
          <a:p>
            <a:pPr algn="l">
              <a:spcAft>
                <a:spcPts val="400"/>
              </a:spcAft>
            </a:pPr>
            <a:r>
              <a:rPr sz="1000" b="0" i="0">
                <a:solidFill>
                  <a:srgbClr val="5F6B7A"/>
                </a:solidFill>
                <a:latin typeface="Noto Sans Symbols"/>
              </a:rPr>
              <a:t>Servo de la maqueta con 5 V aparte. E-12 pide 4 h: se verifica con una descarga completa (P6).</a:t>
            </a:r>
          </a:p>
        </p:txBody>
      </p:sp>
      <p:sp>
        <p:nvSpPr>
          <p:cNvPr id="1584" name="Rounded Rectangle 1583"/>
          <p:cNvSpPr/>
          <p:nvPr/>
        </p:nvSpPr>
        <p:spPr>
          <a:xfrm>
            <a:off x="6446520" y="1325880"/>
            <a:ext cx="5257800" cy="160020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5" name="TextBox 1584"/>
          <p:cNvSpPr txBox="1"/>
          <p:nvPr/>
        </p:nvSpPr>
        <p:spPr>
          <a:xfrm>
            <a:off x="6629400" y="1435607"/>
            <a:ext cx="489204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PRODUCTO: CRUCE A 4 W DURANTE 8 h</a:t>
            </a:r>
          </a:p>
        </p:txBody>
      </p:sp>
      <p:cxnSp>
        <p:nvCxnSpPr>
          <p:cNvPr id="1586" name="Connector 1585"/>
          <p:cNvCxnSpPr/>
          <p:nvPr/>
        </p:nvCxnSpPr>
        <p:spPr>
          <a:xfrm>
            <a:off x="6675120" y="1856231"/>
            <a:ext cx="480060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87" name="TextBox 1586"/>
          <p:cNvSpPr txBox="1"/>
          <p:nvPr/>
        </p:nvSpPr>
        <p:spPr>
          <a:xfrm>
            <a:off x="6675120" y="1965960"/>
            <a:ext cx="4800600" cy="868680"/>
          </a:xfrm>
          <a:prstGeom prst="rect">
            <a:avLst/>
          </a:prstGeom>
          <a:noFill/>
        </p:spPr>
        <p:txBody>
          <a:bodyPr wrap="square" anchor="t" lIns="36576" rIns="36576" tIns="36576" bIns="36576">
            <a:spAutoFit/>
          </a:bodyPr>
          <a:lstStyle/>
          <a:p>
            <a:pPr algn="l">
              <a:spcAft>
                <a:spcPts val="400"/>
              </a:spcAft>
            </a:pPr>
            <a:r>
              <a:rPr sz="1200" b="1" i="0">
                <a:solidFill>
                  <a:srgbClr val="14C99A"/>
                </a:solidFill>
                <a:latin typeface="Noto Sans Symbols"/>
              </a:rPr>
              <a:t>Energía: </a:t>
            </a:r>
            <a:r>
              <a:rPr sz="1200" b="0" i="0">
                <a:solidFill>
                  <a:srgbClr val="FFFFFF"/>
                </a:solidFill>
                <a:latin typeface="Noto Sans Symbols"/>
              </a:rPr>
              <a:t>4 W × 8 h = 32 Wh (acción del DFMEA).</a:t>
            </a:r>
          </a:p>
          <a:p>
            <a:pPr algn="l">
              <a:spcAft>
                <a:spcPts val="400"/>
              </a:spcAft>
            </a:pPr>
            <a:r>
              <a:rPr sz="1200" b="1" i="0">
                <a:solidFill>
                  <a:srgbClr val="14C99A"/>
                </a:solidFill>
                <a:latin typeface="Noto Sans Symbols"/>
              </a:rPr>
              <a:t>Al 80 % de descarga: </a:t>
            </a:r>
            <a:r>
              <a:rPr sz="1200" b="0" i="0">
                <a:solidFill>
                  <a:srgbClr val="FFFFFF"/>
                </a:solidFill>
                <a:latin typeface="Noto Sans Symbols"/>
              </a:rPr>
              <a:t>40 Wh mínimos.</a:t>
            </a:r>
          </a:p>
        </p:txBody>
      </p:sp>
      <p:graphicFrame>
        <p:nvGraphicFramePr>
          <p:cNvPr id="1588" name="Table 1587"/>
          <p:cNvGraphicFramePr>
            <a:graphicFrameLocks noGrp="1"/>
          </p:cNvGraphicFramePr>
          <p:nvPr/>
        </p:nvGraphicFramePr>
        <p:xfrm>
          <a:off x="6446520" y="3108960"/>
          <a:ext cx="5257800" cy="1371600"/>
        </p:xfrm>
        <a:graphic>
          <a:graphicData uri="http://schemas.openxmlformats.org/drawingml/2006/table">
            <a:tbl>
              <a:tblPr firstRow="0" bandRow="0"/>
              <a:tblGrid>
                <a:gridCol w="1645920"/>
                <a:gridCol w="868680"/>
                <a:gridCol w="1097280"/>
                <a:gridCol w="1645920"/>
              </a:tblGrid>
              <a:tr h="457200">
                <a:tc>
                  <a:txBody>
                    <a:bodyPr wrap="square"/>
                    <a:lstStyle/>
                    <a:p>
                      <a:pPr algn="ctr"/>
                      <a:r>
                        <a:rPr sz="1100" b="1" i="0">
                          <a:solidFill>
                            <a:srgbClr val="FFFFFF"/>
                          </a:solidFill>
                          <a:latin typeface="Noto Sans Symbols"/>
                        </a:rPr>
                        <a:t>Opción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c>
                  <a:txBody>
                    <a:bodyPr wrap="square"/>
                    <a:lstStyle/>
                    <a:p>
                      <a:pPr algn="ctr"/>
                      <a:r>
                        <a:rPr sz="1100" b="1" i="0">
                          <a:solidFill>
                            <a:srgbClr val="FFFFFF"/>
                          </a:solidFill>
                          <a:latin typeface="Noto Sans Symbols"/>
                        </a:rPr>
                        <a:t>Energía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c>
                  <a:txBody>
                    <a:bodyPr wrap="square"/>
                    <a:lstStyle/>
                    <a:p>
                      <a:pPr algn="ctr"/>
                      <a:r>
                        <a:rPr sz="1100" b="1" i="0">
                          <a:solidFill>
                            <a:srgbClr val="FFFFFF"/>
                          </a:solidFill>
                          <a:latin typeface="Noto Sans Symbols"/>
                        </a:rPr>
                        <a:t>Tensión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c>
                  <a:txBody>
                    <a:bodyPr wrap="square"/>
                    <a:lstStyle/>
                    <a:p>
                      <a:pPr algn="ctr"/>
                      <a:r>
                        <a:rPr sz="1100" b="1" i="0">
                          <a:solidFill>
                            <a:srgbClr val="FFFFFF"/>
                          </a:solidFill>
                          <a:latin typeface="Noto Sans Symbols"/>
                        </a:rPr>
                        <a:t>Veredicto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r>
              <a:tr h="457200">
                <a:tc>
                  <a:txBody>
                    <a:bodyPr wrap="square"/>
                    <a:lstStyle/>
                    <a:p>
                      <a:pPr algn="ctr"/>
                      <a:r>
                        <a:rPr sz="1050" b="1" i="0">
                          <a:solidFill>
                            <a:srgbClr val="0D2547"/>
                          </a:solidFill>
                          <a:latin typeface="Noto Sans Symbols"/>
                        </a:rPr>
                        <a:t>3 × 18650 en serie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33 Wh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12,6 a 9 V</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C0504D"/>
                          </a:solidFill>
                          <a:latin typeface="Noto Sans Symbols"/>
                        </a:rPr>
                        <a:t>No: baja de 9,5 V</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ctr"/>
                      <a:r>
                        <a:rPr sz="1050" b="1" i="0">
                          <a:solidFill>
                            <a:srgbClr val="0D2547"/>
                          </a:solidFill>
                          <a:latin typeface="Noto Sans Symbols"/>
                        </a:rPr>
                        <a:t>LiFePO4 4S 7 Ah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90 Wh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14,6 a 10 V</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Sí: sin buck-boost</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589" name="Rounded Rectangle 1588"/>
          <p:cNvSpPr/>
          <p:nvPr/>
        </p:nvSpPr>
        <p:spPr>
          <a:xfrm>
            <a:off x="6446520" y="4663440"/>
            <a:ext cx="5257800" cy="1600200"/>
          </a:xfrm>
          <a:prstGeom prst="roundRect">
            <a:avLst>
              <a:gd name="adj" fmla="val 8000"/>
            </a:avLst>
          </a:prstGeom>
          <a:solidFill>
            <a:srgbClr val="DFF1D7"/>
          </a:solidFill>
          <a:ln w="9525">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0" name="TextBox 1589"/>
          <p:cNvSpPr txBox="1"/>
          <p:nvPr/>
        </p:nvSpPr>
        <p:spPr>
          <a:xfrm>
            <a:off x="6583680" y="4736592"/>
            <a:ext cx="4983480" cy="274320"/>
          </a:xfrm>
          <a:prstGeom prst="rect">
            <a:avLst/>
          </a:prstGeom>
          <a:noFill/>
        </p:spPr>
        <p:txBody>
          <a:bodyPr wrap="square" anchor="t" lIns="36576" rIns="36576" tIns="36576" bIns="36576">
            <a:spAutoFit/>
          </a:bodyPr>
          <a:lstStyle/>
          <a:p>
            <a:pPr algn="l"/>
            <a:r>
              <a:rPr sz="1200" b="1" i="0">
                <a:solidFill>
                  <a:srgbClr val="107439"/>
                </a:solidFill>
                <a:latin typeface="Noto Sans Symbols"/>
              </a:rPr>
              <a:t>PROPUESTA: BUS DE 12 V CON LiFePO4</a:t>
            </a:r>
          </a:p>
        </p:txBody>
      </p:sp>
      <p:sp>
        <p:nvSpPr>
          <p:cNvPr id="1591" name="TextBox 1590"/>
          <p:cNvSpPr txBox="1"/>
          <p:nvPr/>
        </p:nvSpPr>
        <p:spPr>
          <a:xfrm>
            <a:off x="6583680" y="5029200"/>
            <a:ext cx="4983480" cy="1188720"/>
          </a:xfrm>
          <a:prstGeom prst="rect">
            <a:avLst/>
          </a:prstGeom>
          <a:noFill/>
        </p:spPr>
        <p:txBody>
          <a:bodyPr wrap="square" anchor="t" lIns="36576" rIns="36576" tIns="36576" bIns="36576">
            <a:spAutoFit/>
          </a:bodyPr>
          <a:lstStyle/>
          <a:p>
            <a:pPr algn="l">
              <a:spcAft>
                <a:spcPts val="300"/>
              </a:spcAft>
            </a:pPr>
            <a:r>
              <a:rPr sz="1100" b="0" i="0">
                <a:solidFill>
                  <a:srgbClr val="0D2547"/>
                </a:solidFill>
                <a:latin typeface="Noto Sans Symbols"/>
              </a:rPr>
              <a:t>El Raveon pide 9,5 a 16 V: entra directo. Óptica, bocina y relés también son de 12 V. LiFePO4 aguanta mejor el calor del armario y da unas 18 h a 4 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15</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DISEÑO ELECTRÓNICO</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CONEXIONADO DEL NODO CRUCE (PROTOTIPO)</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502920" y="1371600"/>
            <a:ext cx="2286000" cy="4846320"/>
          </a:xfrm>
          <a:prstGeom prst="roundRect">
            <a:avLst>
              <a:gd name="adj" fmla="val 5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TextBox 1582"/>
          <p:cNvSpPr txBox="1"/>
          <p:nvPr/>
        </p:nvSpPr>
        <p:spPr>
          <a:xfrm>
            <a:off x="502920" y="1463040"/>
            <a:ext cx="2286000" cy="457200"/>
          </a:xfrm>
          <a:prstGeom prst="rect">
            <a:avLst/>
          </a:prstGeom>
          <a:noFill/>
        </p:spPr>
        <p:txBody>
          <a:bodyPr wrap="square" anchor="t" lIns="36576" rIns="36576" tIns="36576" bIns="36576">
            <a:spAutoFit/>
          </a:bodyPr>
          <a:lstStyle/>
          <a:p>
            <a:pPr algn="ctr"/>
            <a:r>
              <a:rPr sz="1600" b="0" i="0">
                <a:solidFill>
                  <a:srgbClr val="FFFFFF"/>
                </a:solidFill>
                <a:latin typeface="Impact"/>
              </a:rPr>
              <a:t>T-BEAM SUPREME</a:t>
            </a:r>
          </a:p>
        </p:txBody>
      </p:sp>
      <p:sp>
        <p:nvSpPr>
          <p:cNvPr id="1584" name="TextBox 1583"/>
          <p:cNvSpPr txBox="1"/>
          <p:nvPr/>
        </p:nvSpPr>
        <p:spPr>
          <a:xfrm>
            <a:off x="502920" y="1874519"/>
            <a:ext cx="2286000" cy="320040"/>
          </a:xfrm>
          <a:prstGeom prst="rect">
            <a:avLst/>
          </a:prstGeom>
          <a:noFill/>
        </p:spPr>
        <p:txBody>
          <a:bodyPr wrap="square" anchor="t" lIns="36576" rIns="36576" tIns="36576" bIns="36576">
            <a:spAutoFit/>
          </a:bodyPr>
          <a:lstStyle/>
          <a:p>
            <a:pPr algn="ctr"/>
            <a:r>
              <a:rPr sz="1000" b="0" i="0">
                <a:solidFill>
                  <a:srgbClr val="C9D3DF"/>
                </a:solidFill>
                <a:latin typeface="Noto Sans Symbols"/>
              </a:rPr>
              <a:t>header derecho</a:t>
            </a:r>
          </a:p>
        </p:txBody>
      </p:sp>
      <p:sp>
        <p:nvSpPr>
          <p:cNvPr id="1585" name="Rectangle 1584"/>
          <p:cNvSpPr/>
          <p:nvPr/>
        </p:nvSpPr>
        <p:spPr>
          <a:xfrm>
            <a:off x="2011680" y="2331720"/>
            <a:ext cx="777240" cy="384048"/>
          </a:xfrm>
          <a:prstGeom prst="rect">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FFFFFF"/>
                </a:solidFill>
                <a:latin typeface="Noto Sans Symbols"/>
              </a:rPr>
              <a:t>GPIO 39</a:t>
            </a:r>
          </a:p>
        </p:txBody>
      </p:sp>
      <p:cxnSp>
        <p:nvCxnSpPr>
          <p:cNvPr id="1586" name="Connector 1585"/>
          <p:cNvCxnSpPr/>
          <p:nvPr/>
        </p:nvCxnSpPr>
        <p:spPr>
          <a:xfrm>
            <a:off x="2788920" y="2523744"/>
            <a:ext cx="868680" cy="0"/>
          </a:xfrm>
          <a:prstGeom prst="line">
            <a:avLst/>
          </a:prstGeom>
          <a:ln w="19050">
            <a:solidFill>
              <a:srgbClr val="E30D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7" name="Rounded Rectangle 1586"/>
          <p:cNvSpPr/>
          <p:nvPr/>
        </p:nvSpPr>
        <p:spPr>
          <a:xfrm>
            <a:off x="3657600" y="2331720"/>
            <a:ext cx="2377440" cy="384048"/>
          </a:xfrm>
          <a:prstGeom prst="roundRect">
            <a:avLst>
              <a:gd name="adj" fmla="val 15000"/>
            </a:avLst>
          </a:prstGeom>
          <a:solidFill>
            <a:srgbClr val="F3F7FA"/>
          </a:solidFill>
          <a:ln w="9525">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LED peatonal NO SEGURO</a:t>
            </a:r>
          </a:p>
        </p:txBody>
      </p:sp>
      <p:sp>
        <p:nvSpPr>
          <p:cNvPr id="1588" name="TextBox 1587"/>
          <p:cNvSpPr txBox="1"/>
          <p:nvPr/>
        </p:nvSpPr>
        <p:spPr>
          <a:xfrm>
            <a:off x="6126480" y="2331720"/>
            <a:ext cx="2743200" cy="384048"/>
          </a:xfrm>
          <a:prstGeom prst="rect">
            <a:avLst/>
          </a:prstGeom>
          <a:noFill/>
        </p:spPr>
        <p:txBody>
          <a:bodyPr wrap="square" anchor="ctr" lIns="36576" rIns="36576" tIns="36576" bIns="36576">
            <a:spAutoFit/>
          </a:bodyPr>
          <a:lstStyle/>
          <a:p>
            <a:pPr algn="l"/>
            <a:r>
              <a:rPr sz="950" b="0" i="0">
                <a:solidFill>
                  <a:srgbClr val="5F6B7A"/>
                </a:solidFill>
                <a:latin typeface="Noto Sans Symbols"/>
              </a:rPr>
              <a:t>R 330 Ω + LED rojo a GND</a:t>
            </a:r>
          </a:p>
        </p:txBody>
      </p:sp>
      <p:sp>
        <p:nvSpPr>
          <p:cNvPr id="1589" name="Rectangle 1588"/>
          <p:cNvSpPr/>
          <p:nvPr/>
        </p:nvSpPr>
        <p:spPr>
          <a:xfrm>
            <a:off x="2011680" y="2880360"/>
            <a:ext cx="777240" cy="384048"/>
          </a:xfrm>
          <a:prstGeom prst="rect">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FFFFFF"/>
                </a:solidFill>
                <a:latin typeface="Noto Sans Symbols"/>
              </a:rPr>
              <a:t>GPIO 38</a:t>
            </a:r>
          </a:p>
        </p:txBody>
      </p:sp>
      <p:cxnSp>
        <p:nvCxnSpPr>
          <p:cNvPr id="1590" name="Connector 1589"/>
          <p:cNvCxnSpPr/>
          <p:nvPr/>
        </p:nvCxnSpPr>
        <p:spPr>
          <a:xfrm>
            <a:off x="2788920" y="3072384"/>
            <a:ext cx="868680" cy="0"/>
          </a:xfrm>
          <a:prstGeom prst="line">
            <a:avLst/>
          </a:prstGeom>
          <a:ln w="19050">
            <a:solidFill>
              <a:srgbClr val="E30D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1" name="Rounded Rectangle 1590"/>
          <p:cNvSpPr/>
          <p:nvPr/>
        </p:nvSpPr>
        <p:spPr>
          <a:xfrm>
            <a:off x="3657600" y="2880360"/>
            <a:ext cx="2377440" cy="384048"/>
          </a:xfrm>
          <a:prstGeom prst="roundRect">
            <a:avLst>
              <a:gd name="adj" fmla="val 15000"/>
            </a:avLst>
          </a:prstGeom>
          <a:solidFill>
            <a:srgbClr val="F3F7FA"/>
          </a:solidFill>
          <a:ln w="9525">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Luz A de la barrera</a:t>
            </a:r>
          </a:p>
        </p:txBody>
      </p:sp>
      <p:sp>
        <p:nvSpPr>
          <p:cNvPr id="1592" name="TextBox 1591"/>
          <p:cNvSpPr txBox="1"/>
          <p:nvPr/>
        </p:nvSpPr>
        <p:spPr>
          <a:xfrm>
            <a:off x="6126480" y="2880360"/>
            <a:ext cx="2743200" cy="384048"/>
          </a:xfrm>
          <a:prstGeom prst="rect">
            <a:avLst/>
          </a:prstGeom>
          <a:noFill/>
        </p:spPr>
        <p:txBody>
          <a:bodyPr wrap="square" anchor="ctr" lIns="36576" rIns="36576" tIns="36576" bIns="36576">
            <a:spAutoFit/>
          </a:bodyPr>
          <a:lstStyle/>
          <a:p>
            <a:pPr algn="l"/>
            <a:r>
              <a:rPr sz="950" b="0" i="0">
                <a:solidFill>
                  <a:srgbClr val="5F6B7A"/>
                </a:solidFill>
                <a:latin typeface="Noto Sans Symbols"/>
              </a:rPr>
              <a:t>R 330 Ω + LED rojo a GND</a:t>
            </a:r>
          </a:p>
        </p:txBody>
      </p:sp>
      <p:sp>
        <p:nvSpPr>
          <p:cNvPr id="1593" name="Rectangle 1592"/>
          <p:cNvSpPr/>
          <p:nvPr/>
        </p:nvSpPr>
        <p:spPr>
          <a:xfrm>
            <a:off x="2011680" y="3429000"/>
            <a:ext cx="777240" cy="384048"/>
          </a:xfrm>
          <a:prstGeom prst="rect">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FFFFFF"/>
                </a:solidFill>
                <a:latin typeface="Noto Sans Symbols"/>
              </a:rPr>
              <a:t>GPIO 3</a:t>
            </a:r>
          </a:p>
        </p:txBody>
      </p:sp>
      <p:cxnSp>
        <p:nvCxnSpPr>
          <p:cNvPr id="1594" name="Connector 1593"/>
          <p:cNvCxnSpPr/>
          <p:nvPr/>
        </p:nvCxnSpPr>
        <p:spPr>
          <a:xfrm>
            <a:off x="2788920" y="3621024"/>
            <a:ext cx="868680" cy="0"/>
          </a:xfrm>
          <a:prstGeom prst="line">
            <a:avLst/>
          </a:prstGeom>
          <a:ln w="19050">
            <a:solidFill>
              <a:srgbClr val="E30D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5" name="Rounded Rectangle 1594"/>
          <p:cNvSpPr/>
          <p:nvPr/>
        </p:nvSpPr>
        <p:spPr>
          <a:xfrm>
            <a:off x="3657600" y="3429000"/>
            <a:ext cx="2377440" cy="384048"/>
          </a:xfrm>
          <a:prstGeom prst="roundRect">
            <a:avLst>
              <a:gd name="adj" fmla="val 15000"/>
            </a:avLst>
          </a:prstGeom>
          <a:solidFill>
            <a:srgbClr val="F3F7FA"/>
          </a:solidFill>
          <a:ln w="9525">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Luz B de la barrera (alterna)</a:t>
            </a:r>
          </a:p>
        </p:txBody>
      </p:sp>
      <p:sp>
        <p:nvSpPr>
          <p:cNvPr id="1596" name="TextBox 1595"/>
          <p:cNvSpPr txBox="1"/>
          <p:nvPr/>
        </p:nvSpPr>
        <p:spPr>
          <a:xfrm>
            <a:off x="6126480" y="3429000"/>
            <a:ext cx="2743200" cy="384048"/>
          </a:xfrm>
          <a:prstGeom prst="rect">
            <a:avLst/>
          </a:prstGeom>
          <a:noFill/>
        </p:spPr>
        <p:txBody>
          <a:bodyPr wrap="square" anchor="ctr" lIns="36576" rIns="36576" tIns="36576" bIns="36576">
            <a:spAutoFit/>
          </a:bodyPr>
          <a:lstStyle/>
          <a:p>
            <a:pPr algn="l"/>
            <a:r>
              <a:rPr sz="950" b="0" i="0">
                <a:solidFill>
                  <a:srgbClr val="5F6B7A"/>
                </a:solidFill>
                <a:latin typeface="Noto Sans Symbols"/>
              </a:rPr>
              <a:t>R 330 Ω + LED rojo a GND</a:t>
            </a:r>
          </a:p>
        </p:txBody>
      </p:sp>
      <p:sp>
        <p:nvSpPr>
          <p:cNvPr id="1597" name="Rectangle 1596"/>
          <p:cNvSpPr/>
          <p:nvPr/>
        </p:nvSpPr>
        <p:spPr>
          <a:xfrm>
            <a:off x="2011680" y="3977639"/>
            <a:ext cx="777240" cy="384048"/>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FFFFFF"/>
                </a:solidFill>
                <a:latin typeface="Noto Sans Symbols"/>
              </a:rPr>
              <a:t>GPIO 45</a:t>
            </a:r>
          </a:p>
        </p:txBody>
      </p:sp>
      <p:cxnSp>
        <p:nvCxnSpPr>
          <p:cNvPr id="1598" name="Connector 1597"/>
          <p:cNvCxnSpPr/>
          <p:nvPr/>
        </p:nvCxnSpPr>
        <p:spPr>
          <a:xfrm>
            <a:off x="2788920" y="4169663"/>
            <a:ext cx="868680" cy="0"/>
          </a:xfrm>
          <a:prstGeom prst="line">
            <a:avLst/>
          </a:prstGeom>
          <a:ln w="19050">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9" name="Rounded Rectangle 1598"/>
          <p:cNvSpPr/>
          <p:nvPr/>
        </p:nvSpPr>
        <p:spPr>
          <a:xfrm>
            <a:off x="3657600" y="3977639"/>
            <a:ext cx="2377440" cy="384048"/>
          </a:xfrm>
          <a:prstGeom prst="roundRect">
            <a:avLst>
              <a:gd name="adj" fmla="val 15000"/>
            </a:avLst>
          </a:prstGeom>
          <a:solidFill>
            <a:srgbClr val="F3F7FA"/>
          </a:solidFill>
          <a:ln w="9525">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OTRO TREN</a:t>
            </a:r>
          </a:p>
        </p:txBody>
      </p:sp>
      <p:sp>
        <p:nvSpPr>
          <p:cNvPr id="1600" name="TextBox 1599"/>
          <p:cNvSpPr txBox="1"/>
          <p:nvPr/>
        </p:nvSpPr>
        <p:spPr>
          <a:xfrm>
            <a:off x="6126480" y="3977639"/>
            <a:ext cx="2743200" cy="384048"/>
          </a:xfrm>
          <a:prstGeom prst="rect">
            <a:avLst/>
          </a:prstGeom>
          <a:noFill/>
        </p:spPr>
        <p:txBody>
          <a:bodyPr wrap="square" anchor="ctr" lIns="36576" rIns="36576" tIns="36576" bIns="36576">
            <a:spAutoFit/>
          </a:bodyPr>
          <a:lstStyle/>
          <a:p>
            <a:pPr algn="l"/>
            <a:r>
              <a:rPr sz="950" b="0" i="0">
                <a:solidFill>
                  <a:srgbClr val="5F6B7A"/>
                </a:solidFill>
                <a:latin typeface="Noto Sans Symbols"/>
              </a:rPr>
              <a:t>R 330 Ω + LED a GND, sin pull-up</a:t>
            </a:r>
          </a:p>
        </p:txBody>
      </p:sp>
      <p:sp>
        <p:nvSpPr>
          <p:cNvPr id="1601" name="Rectangle 1600"/>
          <p:cNvSpPr/>
          <p:nvPr/>
        </p:nvSpPr>
        <p:spPr>
          <a:xfrm>
            <a:off x="2011680" y="4526279"/>
            <a:ext cx="777240" cy="384048"/>
          </a:xfrm>
          <a:prstGeom prst="rect">
            <a:avLst/>
          </a:prstGeom>
          <a:solidFill>
            <a:srgbClr val="351C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FFFFFF"/>
                </a:solidFill>
                <a:latin typeface="Noto Sans Symbols"/>
              </a:rPr>
              <a:t>GPIO 48</a:t>
            </a:r>
          </a:p>
        </p:txBody>
      </p:sp>
      <p:cxnSp>
        <p:nvCxnSpPr>
          <p:cNvPr id="1602" name="Connector 1601"/>
          <p:cNvCxnSpPr/>
          <p:nvPr/>
        </p:nvCxnSpPr>
        <p:spPr>
          <a:xfrm>
            <a:off x="2788920" y="4718303"/>
            <a:ext cx="868680" cy="0"/>
          </a:xfrm>
          <a:prstGeom prst="line">
            <a:avLst/>
          </a:prstGeom>
          <a:ln w="19050">
            <a:solidFill>
              <a:srgbClr val="351C7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3" name="Rounded Rectangle 1602"/>
          <p:cNvSpPr/>
          <p:nvPr/>
        </p:nvSpPr>
        <p:spPr>
          <a:xfrm>
            <a:off x="3657600" y="4526279"/>
            <a:ext cx="2377440" cy="384048"/>
          </a:xfrm>
          <a:prstGeom prst="roundRect">
            <a:avLst>
              <a:gd name="adj" fmla="val 15000"/>
            </a:avLst>
          </a:prstGeom>
          <a:solidFill>
            <a:srgbClr val="F3F7FA"/>
          </a:solidFill>
          <a:ln w="9525">
            <a:solidFill>
              <a:srgbClr val="351C7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Buzzer o sirena</a:t>
            </a:r>
          </a:p>
        </p:txBody>
      </p:sp>
      <p:sp>
        <p:nvSpPr>
          <p:cNvPr id="1604" name="TextBox 1603"/>
          <p:cNvSpPr txBox="1"/>
          <p:nvPr/>
        </p:nvSpPr>
        <p:spPr>
          <a:xfrm>
            <a:off x="6126480" y="4526279"/>
            <a:ext cx="2743200" cy="384048"/>
          </a:xfrm>
          <a:prstGeom prst="rect">
            <a:avLst/>
          </a:prstGeom>
          <a:noFill/>
        </p:spPr>
        <p:txBody>
          <a:bodyPr wrap="square" anchor="ctr" lIns="36576" rIns="36576" tIns="36576" bIns="36576">
            <a:spAutoFit/>
          </a:bodyPr>
          <a:lstStyle/>
          <a:p>
            <a:pPr algn="l"/>
            <a:r>
              <a:rPr sz="950" b="0" i="0">
                <a:solidFill>
                  <a:srgbClr val="5F6B7A"/>
                </a:solidFill>
                <a:latin typeface="Noto Sans Symbols"/>
              </a:rPr>
              <a:t>1 kΩ a la base de un BC547, diodo en la carga</a:t>
            </a:r>
          </a:p>
        </p:txBody>
      </p:sp>
      <p:sp>
        <p:nvSpPr>
          <p:cNvPr id="1605" name="Rectangle 1604"/>
          <p:cNvSpPr/>
          <p:nvPr/>
        </p:nvSpPr>
        <p:spPr>
          <a:xfrm>
            <a:off x="2011680" y="5074920"/>
            <a:ext cx="777240" cy="38404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FFFFFF"/>
                </a:solidFill>
                <a:latin typeface="Noto Sans Symbols"/>
              </a:rPr>
              <a:t>GPIO 21</a:t>
            </a:r>
          </a:p>
        </p:txBody>
      </p:sp>
      <p:cxnSp>
        <p:nvCxnSpPr>
          <p:cNvPr id="1606" name="Connector 1605"/>
          <p:cNvCxnSpPr/>
          <p:nvPr/>
        </p:nvCxnSpPr>
        <p:spPr>
          <a:xfrm>
            <a:off x="2788920" y="5266944"/>
            <a:ext cx="8686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7" name="Rounded Rectangle 1606"/>
          <p:cNvSpPr/>
          <p:nvPr/>
        </p:nvSpPr>
        <p:spPr>
          <a:xfrm>
            <a:off x="3657600" y="5074920"/>
            <a:ext cx="2377440" cy="384048"/>
          </a:xfrm>
          <a:prstGeom prst="roundRect">
            <a:avLst>
              <a:gd name="adj" fmla="val 15000"/>
            </a:avLst>
          </a:prstGeom>
          <a:solidFill>
            <a:srgbClr val="F3F7FA"/>
          </a:solidFill>
          <a:ln w="952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Servo del brazo</a:t>
            </a:r>
          </a:p>
        </p:txBody>
      </p:sp>
      <p:sp>
        <p:nvSpPr>
          <p:cNvPr id="1608" name="TextBox 1607"/>
          <p:cNvSpPr txBox="1"/>
          <p:nvPr/>
        </p:nvSpPr>
        <p:spPr>
          <a:xfrm>
            <a:off x="6126480" y="5074920"/>
            <a:ext cx="2743200" cy="384048"/>
          </a:xfrm>
          <a:prstGeom prst="rect">
            <a:avLst/>
          </a:prstGeom>
          <a:noFill/>
        </p:spPr>
        <p:txBody>
          <a:bodyPr wrap="square" anchor="ctr" lIns="36576" rIns="36576" tIns="36576" bIns="36576">
            <a:spAutoFit/>
          </a:bodyPr>
          <a:lstStyle/>
          <a:p>
            <a:pPr algn="l"/>
            <a:r>
              <a:rPr sz="950" b="0" i="0">
                <a:solidFill>
                  <a:srgbClr val="5F6B7A"/>
                </a:solidFill>
                <a:latin typeface="Noto Sans Symbols"/>
              </a:rPr>
              <a:t>señal directa, servo con 5 V aparte, GND común</a:t>
            </a:r>
          </a:p>
        </p:txBody>
      </p:sp>
      <p:sp>
        <p:nvSpPr>
          <p:cNvPr id="1609" name="Rectangle 1608"/>
          <p:cNvSpPr/>
          <p:nvPr/>
        </p:nvSpPr>
        <p:spPr>
          <a:xfrm>
            <a:off x="2011680" y="5623559"/>
            <a:ext cx="777240" cy="384048"/>
          </a:xfrm>
          <a:prstGeom prst="rect">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FFFFFF"/>
                </a:solidFill>
                <a:latin typeface="Noto Sans Symbols"/>
              </a:rPr>
              <a:t>GPIO 2</a:t>
            </a:r>
          </a:p>
        </p:txBody>
      </p:sp>
      <p:cxnSp>
        <p:nvCxnSpPr>
          <p:cNvPr id="1610" name="Connector 1609"/>
          <p:cNvCxnSpPr/>
          <p:nvPr/>
        </p:nvCxnSpPr>
        <p:spPr>
          <a:xfrm>
            <a:off x="2788920" y="5815583"/>
            <a:ext cx="868680" cy="0"/>
          </a:xfrm>
          <a:prstGeom prst="line">
            <a:avLst/>
          </a:prstGeom>
          <a:ln w="19050">
            <a:solidFill>
              <a:srgbClr val="107439"/>
            </a:solidFill>
            <a:headEnd type="triangle"/>
          </a:ln>
        </p:spPr>
        <p:style>
          <a:lnRef idx="2">
            <a:schemeClr val="accent1"/>
          </a:lnRef>
          <a:fillRef idx="0">
            <a:schemeClr val="accent1"/>
          </a:fillRef>
          <a:effectRef idx="1">
            <a:schemeClr val="accent1"/>
          </a:effectRef>
          <a:fontRef idx="minor">
            <a:schemeClr val="tx1"/>
          </a:fontRef>
        </p:style>
      </p:cxnSp>
      <p:sp>
        <p:nvSpPr>
          <p:cNvPr id="1611" name="Rounded Rectangle 1610"/>
          <p:cNvSpPr/>
          <p:nvPr/>
        </p:nvSpPr>
        <p:spPr>
          <a:xfrm>
            <a:off x="3657600" y="5623559"/>
            <a:ext cx="2377440" cy="384048"/>
          </a:xfrm>
          <a:prstGeom prst="roundRect">
            <a:avLst>
              <a:gd name="adj" fmla="val 15000"/>
            </a:avLst>
          </a:prstGeom>
          <a:solidFill>
            <a:srgbClr val="F3F7FA"/>
          </a:solidFill>
          <a:ln w="9525">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Circuito de vía (entrada)</a:t>
            </a:r>
          </a:p>
        </p:txBody>
      </p:sp>
      <p:sp>
        <p:nvSpPr>
          <p:cNvPr id="1612" name="TextBox 1611"/>
          <p:cNvSpPr txBox="1"/>
          <p:nvPr/>
        </p:nvSpPr>
        <p:spPr>
          <a:xfrm>
            <a:off x="6126480" y="5623559"/>
            <a:ext cx="2743200" cy="384048"/>
          </a:xfrm>
          <a:prstGeom prst="rect">
            <a:avLst/>
          </a:prstGeom>
          <a:noFill/>
        </p:spPr>
        <p:txBody>
          <a:bodyPr wrap="square" anchor="ctr" lIns="36576" rIns="36576" tIns="36576" bIns="36576">
            <a:spAutoFit/>
          </a:bodyPr>
          <a:lstStyle/>
          <a:p>
            <a:pPr algn="l"/>
            <a:r>
              <a:rPr sz="950" b="0" i="0">
                <a:solidFill>
                  <a:srgbClr val="5F6B7A"/>
                </a:solidFill>
                <a:latin typeface="Noto Sans Symbols"/>
              </a:rPr>
              <a:t>interruptor a GND: cerrado LIBRE, abierto OCUPADA</a:t>
            </a:r>
          </a:p>
        </p:txBody>
      </p:sp>
      <p:sp>
        <p:nvSpPr>
          <p:cNvPr id="1613" name="Rounded Rectangle 1612"/>
          <p:cNvSpPr/>
          <p:nvPr/>
        </p:nvSpPr>
        <p:spPr>
          <a:xfrm>
            <a:off x="9006840" y="1371600"/>
            <a:ext cx="2697480" cy="2331720"/>
          </a:xfrm>
          <a:prstGeom prst="roundRect">
            <a:avLst>
              <a:gd name="adj" fmla="val 8000"/>
            </a:avLst>
          </a:prstGeom>
          <a:solidFill>
            <a:srgbClr val="DFF1D7"/>
          </a:solidFill>
          <a:ln w="9525">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4" name="TextBox 1613"/>
          <p:cNvSpPr txBox="1"/>
          <p:nvPr/>
        </p:nvSpPr>
        <p:spPr>
          <a:xfrm>
            <a:off x="9144000" y="1444752"/>
            <a:ext cx="2423160" cy="274320"/>
          </a:xfrm>
          <a:prstGeom prst="rect">
            <a:avLst/>
          </a:prstGeom>
          <a:noFill/>
        </p:spPr>
        <p:txBody>
          <a:bodyPr wrap="square" anchor="t" lIns="36576" rIns="36576" tIns="36576" bIns="36576">
            <a:spAutoFit/>
          </a:bodyPr>
          <a:lstStyle/>
          <a:p>
            <a:pPr algn="l"/>
            <a:r>
              <a:rPr sz="1200" b="1" i="0">
                <a:solidFill>
                  <a:srgbClr val="107439"/>
                </a:solidFill>
                <a:latin typeface="Noto Sans Symbols"/>
              </a:rPr>
              <a:t>ALIMENTACIÓN</a:t>
            </a:r>
          </a:p>
        </p:txBody>
      </p:sp>
      <p:sp>
        <p:nvSpPr>
          <p:cNvPr id="1615" name="TextBox 1614"/>
          <p:cNvSpPr txBox="1"/>
          <p:nvPr/>
        </p:nvSpPr>
        <p:spPr>
          <a:xfrm>
            <a:off x="9144000" y="1737360"/>
            <a:ext cx="2423160" cy="1920239"/>
          </a:xfrm>
          <a:prstGeom prst="rect">
            <a:avLst/>
          </a:prstGeom>
          <a:noFill/>
        </p:spPr>
        <p:txBody>
          <a:bodyPr wrap="square" anchor="t" lIns="36576" rIns="36576" tIns="36576" bIns="36576">
            <a:spAutoFit/>
          </a:bodyPr>
          <a:lstStyle/>
          <a:p>
            <a:pPr algn="l">
              <a:spcAft>
                <a:spcPts val="300"/>
              </a:spcAft>
            </a:pPr>
            <a:r>
              <a:rPr sz="1150" b="0" i="0">
                <a:solidFill>
                  <a:srgbClr val="0D2547"/>
                </a:solidFill>
                <a:latin typeface="Noto Sans Symbols"/>
              </a:rPr>
              <a:t>Placa: 18650 en su portacelda o USB-C.</a:t>
            </a:r>
          </a:p>
          <a:p>
            <a:pPr algn="l">
              <a:spcAft>
                <a:spcPts val="300"/>
              </a:spcAft>
            </a:pPr>
            <a:r>
              <a:rPr sz="1150" b="0" i="0">
                <a:solidFill>
                  <a:srgbClr val="0D2547"/>
                </a:solidFill>
                <a:latin typeface="Noto Sans Symbols"/>
              </a:rPr>
              <a:t>Servo: fuente de 5 V aparte (picos de hasta 1 A en un MG996R).</a:t>
            </a:r>
          </a:p>
          <a:p>
            <a:pPr algn="l">
              <a:spcAft>
                <a:spcPts val="300"/>
              </a:spcAft>
            </a:pPr>
            <a:r>
              <a:rPr sz="1150" b="0" i="0">
                <a:solidFill>
                  <a:srgbClr val="0D2547"/>
                </a:solidFill>
                <a:latin typeface="Noto Sans Symbols"/>
              </a:rPr>
              <a:t>Sirena: 12 V aparte por el transistor.</a:t>
            </a:r>
          </a:p>
        </p:txBody>
      </p:sp>
      <p:sp>
        <p:nvSpPr>
          <p:cNvPr id="1616" name="Rounded Rectangle 1615"/>
          <p:cNvSpPr/>
          <p:nvPr/>
        </p:nvSpPr>
        <p:spPr>
          <a:xfrm>
            <a:off x="9006840" y="3886200"/>
            <a:ext cx="2697480" cy="2331720"/>
          </a:xfrm>
          <a:prstGeom prst="roundRect">
            <a:avLst>
              <a:gd name="adj" fmla="val 8000"/>
            </a:avLst>
          </a:prstGeom>
          <a:solidFill>
            <a:srgbClr val="E3ECF7"/>
          </a:solidFill>
          <a:ln w="952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7" name="TextBox 1616"/>
          <p:cNvSpPr txBox="1"/>
          <p:nvPr/>
        </p:nvSpPr>
        <p:spPr>
          <a:xfrm>
            <a:off x="9144000" y="3959352"/>
            <a:ext cx="2423160" cy="274320"/>
          </a:xfrm>
          <a:prstGeom prst="rect">
            <a:avLst/>
          </a:prstGeom>
          <a:noFill/>
        </p:spPr>
        <p:txBody>
          <a:bodyPr wrap="square" anchor="t" lIns="36576" rIns="36576" tIns="36576" bIns="36576">
            <a:spAutoFit/>
          </a:bodyPr>
          <a:lstStyle/>
          <a:p>
            <a:pPr algn="l"/>
            <a:r>
              <a:rPr sz="1200" b="1" i="0">
                <a:solidFill>
                  <a:srgbClr val="4F81BD"/>
                </a:solidFill>
                <a:latin typeface="Noto Sans Symbols"/>
              </a:rPr>
              <a:t>EN CONFIG.H</a:t>
            </a:r>
          </a:p>
        </p:txBody>
      </p:sp>
      <p:sp>
        <p:nvSpPr>
          <p:cNvPr id="1618" name="TextBox 1617"/>
          <p:cNvSpPr txBox="1"/>
          <p:nvPr/>
        </p:nvSpPr>
        <p:spPr>
          <a:xfrm>
            <a:off x="9144000" y="4251960"/>
            <a:ext cx="2423160" cy="1920239"/>
          </a:xfrm>
          <a:prstGeom prst="rect">
            <a:avLst/>
          </a:prstGeom>
          <a:noFill/>
        </p:spPr>
        <p:txBody>
          <a:bodyPr wrap="square" anchor="t" lIns="36576" rIns="36576" tIns="36576" bIns="36576">
            <a:spAutoFit/>
          </a:bodyPr>
          <a:lstStyle/>
          <a:p>
            <a:pPr algn="l">
              <a:spcAft>
                <a:spcPts val="300"/>
              </a:spcAft>
            </a:pPr>
            <a:r>
              <a:rPr sz="1150" b="0" i="0">
                <a:solidFill>
                  <a:srgbClr val="0D2547"/>
                </a:solidFill>
                <a:latin typeface="Noto Sans Symbols"/>
              </a:rPr>
              <a:t>kBarrierOnBoard = true (maqueta en la placa).</a:t>
            </a:r>
          </a:p>
          <a:p>
            <a:pPr algn="l">
              <a:spcAft>
                <a:spcPts val="300"/>
              </a:spcAft>
            </a:pPr>
            <a:r>
              <a:rPr sz="1150" b="0" i="0">
                <a:solidFill>
                  <a:srgbClr val="0D2547"/>
                </a:solidFill>
                <a:latin typeface="Noto Sans Symbols"/>
              </a:rPr>
              <a:t>kBuzzerIsActive según el buzzer.</a:t>
            </a:r>
          </a:p>
          <a:p>
            <a:pPr algn="l">
              <a:spcAft>
                <a:spcPts val="300"/>
              </a:spcAft>
            </a:pPr>
            <a:r>
              <a:rPr sz="1150" b="0" i="0">
                <a:solidFill>
                  <a:srgbClr val="0D2547"/>
                </a:solidFill>
                <a:latin typeface="Noto Sans Symbols"/>
              </a:rPr>
              <a:t>kTrackCircuitEnabled = true con el interruptor cableado.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16</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txBody>
          <a:bodyPr/>
          <a:p/>
        </p:txBody>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DISEÑO MECÁNICO</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MAQUETA DE BARRERA Y NODOS</a:t>
            </a:r>
            <a:endParaRPr b="0" i="0" sz="2200" u="none" cap="none" strike="noStrike">
              <a:solidFill>
                <a:srgbClr val="14C99A"/>
              </a:solidFill>
              <a:latin typeface="Arial"/>
              <a:ea typeface="Arial"/>
              <a:cs typeface="Arial"/>
              <a:sym typeface="Arial"/>
            </a:endParaRPr>
          </a:p>
        </p:txBody>
      </p:sp>
      <p:sp>
        <p:nvSpPr>
          <p:cNvPr id="1582" name="TextBox 1581"/>
          <p:cNvSpPr txBox="1"/>
          <p:nvPr/>
        </p:nvSpPr>
        <p:spPr>
          <a:xfrm>
            <a:off x="731520" y="1325880"/>
            <a:ext cx="3657600" cy="365760"/>
          </a:xfrm>
          <a:prstGeom prst="rect">
            <a:avLst/>
          </a:prstGeom>
          <a:noFill/>
        </p:spPr>
        <p:txBody>
          <a:bodyPr wrap="square" anchor="t" lIns="36576" rIns="36576" tIns="36576" bIns="36576">
            <a:spAutoFit/>
          </a:bodyPr>
          <a:lstStyle/>
          <a:p>
            <a:pPr algn="l"/>
            <a:r>
              <a:rPr sz="1300" b="0" i="0">
                <a:solidFill>
                  <a:srgbClr val="0D2547"/>
                </a:solidFill>
                <a:latin typeface="Impact"/>
              </a:rPr>
              <a:t>VISTA FRONTAL, ESCALA 1:20</a:t>
            </a:r>
          </a:p>
        </p:txBody>
      </p:sp>
      <p:sp>
        <p:nvSpPr>
          <p:cNvPr id="1583" name="Rectangle 1582"/>
          <p:cNvSpPr/>
          <p:nvPr/>
        </p:nvSpPr>
        <p:spPr>
          <a:xfrm>
            <a:off x="731520" y="5577840"/>
            <a:ext cx="6035040" cy="228600"/>
          </a:xfrm>
          <a:prstGeom prst="rect">
            <a:avLst/>
          </a:prstGeom>
          <a:solidFill>
            <a:srgbClr val="B08D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4" name="TextBox 1583"/>
          <p:cNvSpPr txBox="1"/>
          <p:nvPr/>
        </p:nvSpPr>
        <p:spPr>
          <a:xfrm>
            <a:off x="731520" y="5824727"/>
            <a:ext cx="6035040" cy="274320"/>
          </a:xfrm>
          <a:prstGeom prst="rect">
            <a:avLst/>
          </a:prstGeom>
          <a:noFill/>
        </p:spPr>
        <p:txBody>
          <a:bodyPr wrap="square" anchor="t" lIns="36576" rIns="36576" tIns="36576" bIns="36576">
            <a:spAutoFit/>
          </a:bodyPr>
          <a:lstStyle/>
          <a:p>
            <a:pPr algn="ctr"/>
            <a:r>
              <a:rPr sz="950" b="0" i="0">
                <a:solidFill>
                  <a:srgbClr val="5F6B7A"/>
                </a:solidFill>
                <a:latin typeface="Noto Sans Symbols"/>
              </a:rPr>
              <a:t>Base de MDF 30 × 20 cm</a:t>
            </a:r>
          </a:p>
        </p:txBody>
      </p:sp>
      <p:sp>
        <p:nvSpPr>
          <p:cNvPr id="1585" name="Rectangle 1584"/>
          <p:cNvSpPr/>
          <p:nvPr/>
        </p:nvSpPr>
        <p:spPr>
          <a:xfrm>
            <a:off x="822960" y="3749039"/>
            <a:ext cx="365760" cy="1828800"/>
          </a:xfrm>
          <a:prstGeom prst="rect">
            <a:avLst/>
          </a:prstGeom>
          <a:solidFill>
            <a:srgbClr val="7A869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6" name="Oval 1585"/>
          <p:cNvSpPr/>
          <p:nvPr/>
        </p:nvSpPr>
        <p:spPr>
          <a:xfrm>
            <a:off x="822960" y="3383279"/>
            <a:ext cx="365760" cy="365760"/>
          </a:xfrm>
          <a:prstGeom prst="ellipse">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7" name="Oval 1586"/>
          <p:cNvSpPr/>
          <p:nvPr/>
        </p:nvSpPr>
        <p:spPr>
          <a:xfrm>
            <a:off x="822960" y="2971799"/>
            <a:ext cx="365760" cy="365760"/>
          </a:xfrm>
          <a:prstGeom prst="ellipse">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8" name="TextBox 1587"/>
          <p:cNvSpPr txBox="1"/>
          <p:nvPr/>
        </p:nvSpPr>
        <p:spPr>
          <a:xfrm>
            <a:off x="685800" y="2331720"/>
            <a:ext cx="1280160" cy="548640"/>
          </a:xfrm>
          <a:prstGeom prst="rect">
            <a:avLst/>
          </a:prstGeom>
          <a:noFill/>
        </p:spPr>
        <p:txBody>
          <a:bodyPr wrap="square" anchor="t" lIns="36576" rIns="36576" tIns="36576" bIns="36576">
            <a:spAutoFit/>
          </a:bodyPr>
          <a:lstStyle/>
          <a:p>
            <a:pPr algn="l"/>
            <a:r>
              <a:rPr sz="900" b="1" i="0">
                <a:solidFill>
                  <a:srgbClr val="E30D0E"/>
                </a:solidFill>
                <a:latin typeface="Noto Sans Symbols"/>
              </a:rPr>
              <a:t>Señal peatonal y OTRO TREN</a:t>
            </a:r>
          </a:p>
        </p:txBody>
      </p:sp>
      <p:sp>
        <p:nvSpPr>
          <p:cNvPr id="1589" name="Rectangle 1588"/>
          <p:cNvSpPr/>
          <p:nvPr/>
        </p:nvSpPr>
        <p:spPr>
          <a:xfrm>
            <a:off x="2240280" y="2743199"/>
            <a:ext cx="256032" cy="2834640"/>
          </a:xfrm>
          <a:prstGeom prst="rect">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0" name="Rounded Rectangle 1589"/>
          <p:cNvSpPr/>
          <p:nvPr/>
        </p:nvSpPr>
        <p:spPr>
          <a:xfrm>
            <a:off x="1645920" y="2560320"/>
            <a:ext cx="1463040" cy="502920"/>
          </a:xfrm>
          <a:prstGeom prst="roundRect">
            <a:avLst>
              <a:gd name="adj" fmla="val 2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1" name="Oval 1590"/>
          <p:cNvSpPr/>
          <p:nvPr/>
        </p:nvSpPr>
        <p:spPr>
          <a:xfrm>
            <a:off x="1783080" y="2651759"/>
            <a:ext cx="329184" cy="329184"/>
          </a:xfrm>
          <a:prstGeom prst="ellipse">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2" name="Oval 1591"/>
          <p:cNvSpPr/>
          <p:nvPr/>
        </p:nvSpPr>
        <p:spPr>
          <a:xfrm>
            <a:off x="2642615" y="2651759"/>
            <a:ext cx="329184" cy="329184"/>
          </a:xfrm>
          <a:prstGeom prst="ellipse">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3" name="TextBox 1592"/>
          <p:cNvSpPr txBox="1"/>
          <p:nvPr/>
        </p:nvSpPr>
        <p:spPr>
          <a:xfrm>
            <a:off x="3200400" y="3154679"/>
            <a:ext cx="2194560" cy="548640"/>
          </a:xfrm>
          <a:prstGeom prst="rect">
            <a:avLst/>
          </a:prstGeom>
          <a:noFill/>
        </p:spPr>
        <p:txBody>
          <a:bodyPr wrap="square" anchor="t" lIns="36576" rIns="36576" tIns="36576" bIns="36576">
            <a:spAutoFit/>
          </a:bodyPr>
          <a:lstStyle/>
          <a:p>
            <a:pPr algn="l"/>
            <a:r>
              <a:rPr sz="950" b="1" i="0">
                <a:solidFill>
                  <a:srgbClr val="E30D0E"/>
                </a:solidFill>
                <a:latin typeface="Noto Sans Symbols"/>
              </a:rPr>
              <a:t>Luces a 12 cm, separadas 3,75 cm</a:t>
            </a:r>
          </a:p>
        </p:txBody>
      </p:sp>
      <p:sp>
        <p:nvSpPr>
          <p:cNvPr id="1594" name="Rectangle 1593"/>
          <p:cNvSpPr/>
          <p:nvPr/>
        </p:nvSpPr>
        <p:spPr>
          <a:xfrm>
            <a:off x="2496312" y="4160520"/>
            <a:ext cx="502920" cy="502920"/>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800" b="1" i="0">
                <a:solidFill>
                  <a:srgbClr val="FFFFFF"/>
                </a:solidFill>
                <a:latin typeface="Noto Sans Symbols"/>
              </a:rPr>
              <a:t>servo</a:t>
            </a:r>
          </a:p>
        </p:txBody>
      </p:sp>
      <p:sp>
        <p:nvSpPr>
          <p:cNvPr id="1595" name="Rectangle 1594"/>
          <p:cNvSpPr/>
          <p:nvPr/>
        </p:nvSpPr>
        <p:spPr>
          <a:xfrm>
            <a:off x="2999232" y="4297679"/>
            <a:ext cx="457200" cy="201168"/>
          </a:xfrm>
          <a:prstGeom prst="rect">
            <a:avLst/>
          </a:prstGeom>
          <a:solidFill>
            <a:srgbClr val="E30D0E"/>
          </a:solidFill>
          <a:ln w="6350">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6" name="Rectangle 1595"/>
          <p:cNvSpPr/>
          <p:nvPr/>
        </p:nvSpPr>
        <p:spPr>
          <a:xfrm>
            <a:off x="3456432" y="4297679"/>
            <a:ext cx="457200" cy="201168"/>
          </a:xfrm>
          <a:prstGeom prst="rect">
            <a:avLst/>
          </a:prstGeom>
          <a:solidFill>
            <a:srgbClr val="FFFFFF"/>
          </a:solidFill>
          <a:ln w="6350">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7" name="Rectangle 1596"/>
          <p:cNvSpPr/>
          <p:nvPr/>
        </p:nvSpPr>
        <p:spPr>
          <a:xfrm>
            <a:off x="3913632" y="4297679"/>
            <a:ext cx="457200" cy="201168"/>
          </a:xfrm>
          <a:prstGeom prst="rect">
            <a:avLst/>
          </a:prstGeom>
          <a:solidFill>
            <a:srgbClr val="E30D0E"/>
          </a:solidFill>
          <a:ln w="6350">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8" name="Rectangle 1597"/>
          <p:cNvSpPr/>
          <p:nvPr/>
        </p:nvSpPr>
        <p:spPr>
          <a:xfrm>
            <a:off x="4370832" y="4297679"/>
            <a:ext cx="457200" cy="201168"/>
          </a:xfrm>
          <a:prstGeom prst="rect">
            <a:avLst/>
          </a:prstGeom>
          <a:solidFill>
            <a:srgbClr val="FFFFFF"/>
          </a:solidFill>
          <a:ln w="6350">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9" name="Rectangle 1598"/>
          <p:cNvSpPr/>
          <p:nvPr/>
        </p:nvSpPr>
        <p:spPr>
          <a:xfrm>
            <a:off x="4828032" y="4297679"/>
            <a:ext cx="457200" cy="201168"/>
          </a:xfrm>
          <a:prstGeom prst="rect">
            <a:avLst/>
          </a:prstGeom>
          <a:solidFill>
            <a:srgbClr val="E30D0E"/>
          </a:solidFill>
          <a:ln w="6350">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0" name="Rectangle 1599"/>
          <p:cNvSpPr/>
          <p:nvPr/>
        </p:nvSpPr>
        <p:spPr>
          <a:xfrm>
            <a:off x="5285232" y="4297679"/>
            <a:ext cx="457200" cy="201168"/>
          </a:xfrm>
          <a:prstGeom prst="rect">
            <a:avLst/>
          </a:prstGeom>
          <a:solidFill>
            <a:srgbClr val="FFFFFF"/>
          </a:solidFill>
          <a:ln w="6350">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1" name="Rectangle 1600"/>
          <p:cNvSpPr/>
          <p:nvPr/>
        </p:nvSpPr>
        <p:spPr>
          <a:xfrm>
            <a:off x="5742432" y="4297679"/>
            <a:ext cx="457200" cy="201168"/>
          </a:xfrm>
          <a:prstGeom prst="rect">
            <a:avLst/>
          </a:prstGeom>
          <a:solidFill>
            <a:srgbClr val="E30D0E"/>
          </a:solidFill>
          <a:ln w="6350">
            <a:solidFill>
              <a:srgbClr val="E30D0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2" name="TextBox 1601"/>
          <p:cNvSpPr txBox="1"/>
          <p:nvPr/>
        </p:nvSpPr>
        <p:spPr>
          <a:xfrm>
            <a:off x="3017520" y="4572000"/>
            <a:ext cx="3108960" cy="457200"/>
          </a:xfrm>
          <a:prstGeom prst="rect">
            <a:avLst/>
          </a:prstGeom>
          <a:noFill/>
        </p:spPr>
        <p:txBody>
          <a:bodyPr wrap="square" anchor="t" lIns="36576" rIns="36576" tIns="36576" bIns="36576">
            <a:spAutoFit/>
          </a:bodyPr>
          <a:lstStyle/>
          <a:p>
            <a:pPr algn="l"/>
            <a:r>
              <a:rPr sz="900" b="0" i="0">
                <a:solidFill>
                  <a:srgbClr val="0D2547"/>
                </a:solidFill>
                <a:latin typeface="Noto Sans Symbols"/>
              </a:rPr>
              <a:t>Brazo de 25 cm con franjas rojas y blancas (Decreto 779/95)</a:t>
            </a:r>
          </a:p>
        </p:txBody>
      </p:sp>
      <p:sp>
        <p:nvSpPr>
          <p:cNvPr id="1603" name="Rounded Rectangle 1602"/>
          <p:cNvSpPr/>
          <p:nvPr/>
        </p:nvSpPr>
        <p:spPr>
          <a:xfrm>
            <a:off x="6126480" y="4846320"/>
            <a:ext cx="594360" cy="731520"/>
          </a:xfrm>
          <a:prstGeom prst="roundRect">
            <a:avLst>
              <a:gd name="adj" fmla="val 1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800" b="1" i="0">
                <a:solidFill>
                  <a:srgbClr val="FFFFFF"/>
                </a:solidFill>
                <a:latin typeface="Noto Sans Symbols"/>
              </a:rPr>
              <a:t>T-Beam</a:t>
            </a:r>
          </a:p>
        </p:txBody>
      </p:sp>
      <p:cxnSp>
        <p:nvCxnSpPr>
          <p:cNvPr id="1604" name="Connector 1603"/>
          <p:cNvCxnSpPr/>
          <p:nvPr/>
        </p:nvCxnSpPr>
        <p:spPr>
          <a:xfrm>
            <a:off x="6419088" y="3566159"/>
            <a:ext cx="0" cy="1280161"/>
          </a:xfrm>
          <a:prstGeom prst="line">
            <a:avLst/>
          </a:prstGeom>
          <a:ln w="25400">
            <a:solidFill>
              <a:srgbClr val="0D2547"/>
            </a:solidFill>
          </a:ln>
        </p:spPr>
        <p:style>
          <a:lnRef idx="2">
            <a:schemeClr val="accent1"/>
          </a:lnRef>
          <a:fillRef idx="0">
            <a:schemeClr val="accent1"/>
          </a:fillRef>
          <a:effectRef idx="1">
            <a:schemeClr val="accent1"/>
          </a:effectRef>
          <a:fontRef idx="minor">
            <a:schemeClr val="tx1"/>
          </a:fontRef>
        </p:style>
      </p:cxnSp>
      <p:sp>
        <p:nvSpPr>
          <p:cNvPr id="1605" name="TextBox 1604"/>
          <p:cNvSpPr txBox="1"/>
          <p:nvPr/>
        </p:nvSpPr>
        <p:spPr>
          <a:xfrm>
            <a:off x="5623559" y="3246120"/>
            <a:ext cx="1188720" cy="274320"/>
          </a:xfrm>
          <a:prstGeom prst="rect">
            <a:avLst/>
          </a:prstGeom>
          <a:noFill/>
        </p:spPr>
        <p:txBody>
          <a:bodyPr wrap="square" anchor="t" lIns="36576" rIns="36576" tIns="36576" bIns="36576">
            <a:spAutoFit/>
          </a:bodyPr>
          <a:lstStyle/>
          <a:p>
            <a:pPr algn="r"/>
            <a:r>
              <a:rPr sz="900" b="0" i="0">
                <a:solidFill>
                  <a:srgbClr val="0D2547"/>
                </a:solidFill>
                <a:latin typeface="Noto Sans Symbols"/>
              </a:rPr>
              <a:t>antena</a:t>
            </a:r>
          </a:p>
        </p:txBody>
      </p:sp>
      <p:graphicFrame>
        <p:nvGraphicFramePr>
          <p:cNvPr id="1606" name="Table 1605"/>
          <p:cNvGraphicFramePr>
            <a:graphicFrameLocks noGrp="1"/>
          </p:cNvGraphicFramePr>
          <p:nvPr/>
        </p:nvGraphicFramePr>
        <p:xfrm>
          <a:off x="7086600" y="1325880"/>
          <a:ext cx="4617720" cy="2304288"/>
        </p:xfrm>
        <a:graphic>
          <a:graphicData uri="http://schemas.openxmlformats.org/drawingml/2006/table">
            <a:tbl>
              <a:tblPr firstRow="0" bandRow="0"/>
              <a:tblGrid>
                <a:gridCol w="1737360"/>
                <a:gridCol w="1417320"/>
                <a:gridCol w="1463040"/>
              </a:tblGrid>
              <a:tr h="384048">
                <a:tc>
                  <a:txBody>
                    <a:bodyPr wrap="square"/>
                    <a:lstStyle/>
                    <a:p>
                      <a:pPr algn="ctr"/>
                      <a:r>
                        <a:rPr sz="1100" b="1" i="0">
                          <a:solidFill>
                            <a:srgbClr val="FFFFFF"/>
                          </a:solidFill>
                          <a:latin typeface="Noto Sans Symbols"/>
                        </a:rPr>
                        <a:t>Pieza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Real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Maqueta 1:20</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384048">
                <a:tc>
                  <a:txBody>
                    <a:bodyPr wrap="square"/>
                    <a:lstStyle/>
                    <a:p>
                      <a:pPr algn="l"/>
                      <a:r>
                        <a:rPr sz="1050" b="1" i="0">
                          <a:solidFill>
                            <a:srgbClr val="0D2547"/>
                          </a:solidFill>
                          <a:latin typeface="Noto Sans Symbols"/>
                        </a:rPr>
                        <a:t>Altura de las luces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2,40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12 cm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Separación de luces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0,75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3,75 cm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Largo del brazo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5 m (Anexo XII 5.1)</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25 cm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Bajada del brazo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5 a 10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6 s (servo)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l"/>
                      <a:r>
                        <a:rPr sz="1050" b="1" i="0">
                          <a:solidFill>
                            <a:srgbClr val="0D2547"/>
                          </a:solidFill>
                          <a:latin typeface="Noto Sans Symbols"/>
                        </a:rPr>
                        <a:t>Material</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metal y madera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PLA impreso y MDF</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607" name="Rounded Rectangle 1606"/>
          <p:cNvSpPr/>
          <p:nvPr/>
        </p:nvSpPr>
        <p:spPr>
          <a:xfrm>
            <a:off x="7086600" y="3794760"/>
            <a:ext cx="2240280" cy="2468880"/>
          </a:xfrm>
          <a:prstGeom prst="roundRect">
            <a:avLst>
              <a:gd name="adj" fmla="val 8000"/>
            </a:avLst>
          </a:prstGeom>
          <a:solidFill>
            <a:srgbClr val="F8E1E2"/>
          </a:solidFill>
          <a:ln w="9525">
            <a:solidFill>
              <a:srgbClr val="C0504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8" name="TextBox 1607"/>
          <p:cNvSpPr txBox="1"/>
          <p:nvPr/>
        </p:nvSpPr>
        <p:spPr>
          <a:xfrm>
            <a:off x="7223760" y="3867912"/>
            <a:ext cx="1965960" cy="274320"/>
          </a:xfrm>
          <a:prstGeom prst="rect">
            <a:avLst/>
          </a:prstGeom>
          <a:noFill/>
        </p:spPr>
        <p:txBody>
          <a:bodyPr wrap="square" anchor="t" lIns="36576" rIns="36576" tIns="36576" bIns="36576">
            <a:spAutoFit/>
          </a:bodyPr>
          <a:lstStyle/>
          <a:p>
            <a:pPr algn="l"/>
            <a:r>
              <a:rPr sz="1200" b="1" i="0">
                <a:solidFill>
                  <a:srgbClr val="C0504D"/>
                </a:solidFill>
                <a:latin typeface="Noto Sans Symbols"/>
              </a:rPr>
              <a:t>NODO TREN</a:t>
            </a:r>
          </a:p>
        </p:txBody>
      </p:sp>
      <p:sp>
        <p:nvSpPr>
          <p:cNvPr id="1609" name="TextBox 1608"/>
          <p:cNvSpPr txBox="1"/>
          <p:nvPr/>
        </p:nvSpPr>
        <p:spPr>
          <a:xfrm>
            <a:off x="7223760" y="4160520"/>
            <a:ext cx="1965960" cy="2057400"/>
          </a:xfrm>
          <a:prstGeom prst="rect">
            <a:avLst/>
          </a:prstGeom>
          <a:noFill/>
        </p:spPr>
        <p:txBody>
          <a:bodyPr wrap="square" anchor="t" lIns="36576" rIns="36576" tIns="36576" bIns="36576">
            <a:spAutoFit/>
          </a:bodyPr>
          <a:lstStyle/>
          <a:p>
            <a:pPr algn="l">
              <a:spcAft>
                <a:spcPts val="300"/>
              </a:spcAft>
            </a:pPr>
            <a:r>
              <a:rPr sz="1100" b="0" i="0">
                <a:solidFill>
                  <a:srgbClr val="0D2547"/>
                </a:solidFill>
                <a:latin typeface="Noto Sans Symbols"/>
              </a:rPr>
              <a:t>Caja impresa con tapa transparente sobre el GNSS y ventosa para pegarlo a la ventanilla, del lado con más cielo.</a:t>
            </a:r>
          </a:p>
        </p:txBody>
      </p:sp>
      <p:sp>
        <p:nvSpPr>
          <p:cNvPr id="1610" name="Rounded Rectangle 1609"/>
          <p:cNvSpPr/>
          <p:nvPr/>
        </p:nvSpPr>
        <p:spPr>
          <a:xfrm>
            <a:off x="9464040" y="3794760"/>
            <a:ext cx="2240280" cy="2468880"/>
          </a:xfrm>
          <a:prstGeom prst="roundRect">
            <a:avLst>
              <a:gd name="adj" fmla="val 8000"/>
            </a:avLst>
          </a:prstGeom>
          <a:solidFill>
            <a:srgbClr val="E3ECF7"/>
          </a:solidFill>
          <a:ln w="9525">
            <a:solidFill>
              <a:srgbClr val="4F81B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1" name="TextBox 1610"/>
          <p:cNvSpPr txBox="1"/>
          <p:nvPr/>
        </p:nvSpPr>
        <p:spPr>
          <a:xfrm>
            <a:off x="9601200" y="3867912"/>
            <a:ext cx="1965960" cy="274320"/>
          </a:xfrm>
          <a:prstGeom prst="rect">
            <a:avLst/>
          </a:prstGeom>
          <a:noFill/>
        </p:spPr>
        <p:txBody>
          <a:bodyPr wrap="square" anchor="t" lIns="36576" rIns="36576" tIns="36576" bIns="36576">
            <a:spAutoFit/>
          </a:bodyPr>
          <a:lstStyle/>
          <a:p>
            <a:pPr algn="l"/>
            <a:r>
              <a:rPr sz="1200" b="1" i="0">
                <a:solidFill>
                  <a:srgbClr val="4F81BD"/>
                </a:solidFill>
                <a:latin typeface="Noto Sans Symbols"/>
              </a:rPr>
              <a:t>PRODUCTO (FUTURO)</a:t>
            </a:r>
          </a:p>
        </p:txBody>
      </p:sp>
      <p:sp>
        <p:nvSpPr>
          <p:cNvPr id="1612" name="TextBox 1611"/>
          <p:cNvSpPr txBox="1"/>
          <p:nvPr/>
        </p:nvSpPr>
        <p:spPr>
          <a:xfrm>
            <a:off x="9601200" y="4160520"/>
            <a:ext cx="1965960" cy="2057400"/>
          </a:xfrm>
          <a:prstGeom prst="rect">
            <a:avLst/>
          </a:prstGeom>
          <a:noFill/>
        </p:spPr>
        <p:txBody>
          <a:bodyPr wrap="square" anchor="t" lIns="36576" rIns="36576" tIns="36576" bIns="36576">
            <a:spAutoFit/>
          </a:bodyPr>
          <a:lstStyle/>
          <a:p>
            <a:pPr algn="l">
              <a:spcAft>
                <a:spcPts val="300"/>
              </a:spcAft>
            </a:pPr>
            <a:r>
              <a:rPr sz="1100" b="0" i="0">
                <a:solidFill>
                  <a:srgbClr val="0D2547"/>
                </a:solidFill>
                <a:latin typeface="Noto Sans Symbols"/>
              </a:rPr>
              <a:t>Gabinete IP67 en el armario del cruce y en el compartimento de equipos del tren. Solo la antena afuera.</a:t>
            </a:r>
          </a:p>
        </p:txBody>
      </p:sp>
      <p:pic>
        <p:nvPicPr>
          <p:cNvPr id="1613" name="Picture 1612" descr="image7.jpg"/>
          <p:cNvPicPr>
            <a:picLocks noChangeAspect="1"/>
          </p:cNvPicPr>
          <p:nvPr/>
        </p:nvPicPr>
        <p:blipFill>
          <a:blip r:embed="rId4"/>
          <a:stretch>
            <a:fillRect/>
          </a:stretch>
        </p:blipFill>
        <p:spPr>
          <a:xfrm>
            <a:off x="4617720" y="1325880"/>
            <a:ext cx="2240280" cy="1260158"/>
          </a:xfrm>
          <a:prstGeom prst="rect">
            <a:avLst/>
          </a:prstGeom>
        </p:spPr>
      </p:pic>
      <p:sp>
        <p:nvSpPr>
          <p:cNvPr id="1614" name="TextBox 1613"/>
          <p:cNvSpPr txBox="1"/>
          <p:nvPr/>
        </p:nvSpPr>
        <p:spPr>
          <a:xfrm>
            <a:off x="4617720" y="2606040"/>
            <a:ext cx="2240280" cy="274320"/>
          </a:xfrm>
          <a:prstGeom prst="rect">
            <a:avLst/>
          </a:prstGeom>
          <a:noFill/>
        </p:spPr>
        <p:txBody>
          <a:bodyPr wrap="square" anchor="t" lIns="36576" rIns="36576" tIns="36576" bIns="36576">
            <a:spAutoFit/>
          </a:bodyPr>
          <a:lstStyle/>
          <a:p>
            <a:pPr algn="ctr"/>
            <a:r>
              <a:rPr sz="850" b="0" i="0">
                <a:solidFill>
                  <a:srgbClr val="5F6B7A"/>
                </a:solidFill>
                <a:latin typeface="Noto Sans Symbols"/>
              </a:rPr>
              <a:t>Referencia: barrera real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17</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SOFTWARE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ARQUITECTURA DEL FIRMWARE</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502920" y="1325880"/>
            <a:ext cx="5394960" cy="3657600"/>
          </a:xfrm>
          <a:prstGeom prst="roundRect">
            <a:avLst>
              <a:gd name="adj" fmla="val 4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3" name="TextBox 1582"/>
          <p:cNvSpPr txBox="1"/>
          <p:nvPr/>
        </p:nvSpPr>
        <p:spPr>
          <a:xfrm>
            <a:off x="685800" y="1417320"/>
            <a:ext cx="5029200" cy="411480"/>
          </a:xfrm>
          <a:prstGeom prst="rect">
            <a:avLst/>
          </a:prstGeom>
          <a:noFill/>
        </p:spPr>
        <p:txBody>
          <a:bodyPr wrap="square" anchor="t" lIns="36576" rIns="36576" tIns="36576" bIns="36576">
            <a:spAutoFit/>
          </a:bodyPr>
          <a:lstStyle/>
          <a:p>
            <a:pPr algn="l"/>
            <a:r>
              <a:rPr sz="1500" b="0" i="0">
                <a:solidFill>
                  <a:srgbClr val="107439"/>
                </a:solidFill>
                <a:latin typeface="Impact"/>
              </a:rPr>
              <a:t>NÚCLEO 1 · LAZO DE SEGURIDAD</a:t>
            </a:r>
          </a:p>
        </p:txBody>
      </p:sp>
      <p:sp>
        <p:nvSpPr>
          <p:cNvPr id="1584" name="Rounded Rectangle 1583"/>
          <p:cNvSpPr/>
          <p:nvPr/>
        </p:nvSpPr>
        <p:spPr>
          <a:xfrm>
            <a:off x="731520" y="1920240"/>
            <a:ext cx="1463040" cy="548640"/>
          </a:xfrm>
          <a:prstGeom prst="roundRect">
            <a:avLst>
              <a:gd name="adj" fmla="val 12000"/>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Noto Sans Symbols"/>
              </a:rPr>
              <a:t>Radio</a:t>
            </a:r>
          </a:p>
        </p:txBody>
      </p:sp>
      <p:sp>
        <p:nvSpPr>
          <p:cNvPr id="1585" name="TextBox 1584"/>
          <p:cNvSpPr txBox="1"/>
          <p:nvPr/>
        </p:nvSpPr>
        <p:spPr>
          <a:xfrm>
            <a:off x="2331720" y="1920240"/>
            <a:ext cx="1097280" cy="548640"/>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22</a:t>
            </a:r>
          </a:p>
        </p:txBody>
      </p:sp>
      <p:sp>
        <p:nvSpPr>
          <p:cNvPr id="1586" name="TextBox 1585"/>
          <p:cNvSpPr txBox="1"/>
          <p:nvPr/>
        </p:nvSpPr>
        <p:spPr>
          <a:xfrm>
            <a:off x="3429000" y="1920240"/>
            <a:ext cx="2377440" cy="54864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recepción, TDMA, validación</a:t>
            </a:r>
          </a:p>
        </p:txBody>
      </p:sp>
      <p:sp>
        <p:nvSpPr>
          <p:cNvPr id="1587" name="Rounded Rectangle 1586"/>
          <p:cNvSpPr/>
          <p:nvPr/>
        </p:nvSpPr>
        <p:spPr>
          <a:xfrm>
            <a:off x="731520" y="2651760"/>
            <a:ext cx="1463040" cy="548640"/>
          </a:xfrm>
          <a:prstGeom prst="roundRect">
            <a:avLst>
              <a:gd name="adj" fmla="val 12000"/>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Noto Sans Symbols"/>
              </a:rPr>
              <a:t>Decisión</a:t>
            </a:r>
          </a:p>
        </p:txBody>
      </p:sp>
      <p:sp>
        <p:nvSpPr>
          <p:cNvPr id="1588" name="TextBox 1587"/>
          <p:cNvSpPr txBox="1"/>
          <p:nvPr/>
        </p:nvSpPr>
        <p:spPr>
          <a:xfrm>
            <a:off x="2331720" y="2651760"/>
            <a:ext cx="1097280" cy="548640"/>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21</a:t>
            </a:r>
          </a:p>
        </p:txBody>
      </p:sp>
      <p:sp>
        <p:nvSpPr>
          <p:cNvPr id="1589" name="TextBox 1588"/>
          <p:cNvSpPr txBox="1"/>
          <p:nvPr/>
        </p:nvSpPr>
        <p:spPr>
          <a:xfrm>
            <a:off x="3429000" y="2651760"/>
            <a:ext cx="2377440" cy="54864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20 Hz, estado del cruce</a:t>
            </a:r>
          </a:p>
        </p:txBody>
      </p:sp>
      <p:sp>
        <p:nvSpPr>
          <p:cNvPr id="1590" name="Rounded Rectangle 1589"/>
          <p:cNvSpPr/>
          <p:nvPr/>
        </p:nvSpPr>
        <p:spPr>
          <a:xfrm>
            <a:off x="731520" y="3383280"/>
            <a:ext cx="1463040" cy="548640"/>
          </a:xfrm>
          <a:prstGeom prst="roundRect">
            <a:avLst>
              <a:gd name="adj" fmla="val 12000"/>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Noto Sans Symbols"/>
              </a:rPr>
              <a:t>GNSS</a:t>
            </a:r>
          </a:p>
        </p:txBody>
      </p:sp>
      <p:sp>
        <p:nvSpPr>
          <p:cNvPr id="1591" name="TextBox 1590"/>
          <p:cNvSpPr txBox="1"/>
          <p:nvPr/>
        </p:nvSpPr>
        <p:spPr>
          <a:xfrm>
            <a:off x="2331720" y="3383280"/>
            <a:ext cx="1097280" cy="548640"/>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20</a:t>
            </a:r>
          </a:p>
        </p:txBody>
      </p:sp>
      <p:sp>
        <p:nvSpPr>
          <p:cNvPr id="1592" name="TextBox 1591"/>
          <p:cNvSpPr txBox="1"/>
          <p:nvPr/>
        </p:nvSpPr>
        <p:spPr>
          <a:xfrm>
            <a:off x="3429000" y="3383280"/>
            <a:ext cx="2377440" cy="54864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NAV-PVT a 10 Hz, PPS</a:t>
            </a:r>
          </a:p>
        </p:txBody>
      </p:sp>
      <p:sp>
        <p:nvSpPr>
          <p:cNvPr id="1593" name="Rounded Rectangle 1592"/>
          <p:cNvSpPr/>
          <p:nvPr/>
        </p:nvSpPr>
        <p:spPr>
          <a:xfrm>
            <a:off x="731520" y="4114800"/>
            <a:ext cx="1463040" cy="548640"/>
          </a:xfrm>
          <a:prstGeom prst="roundRect">
            <a:avLst>
              <a:gd name="adj" fmla="val 12000"/>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200" b="1" i="0">
                <a:solidFill>
                  <a:srgbClr val="FFFFFF"/>
                </a:solidFill>
                <a:latin typeface="Noto Sans Symbols"/>
              </a:rPr>
              <a:t>IMU</a:t>
            </a:r>
          </a:p>
        </p:txBody>
      </p:sp>
      <p:sp>
        <p:nvSpPr>
          <p:cNvPr id="1594" name="TextBox 1593"/>
          <p:cNvSpPr txBox="1"/>
          <p:nvPr/>
        </p:nvSpPr>
        <p:spPr>
          <a:xfrm>
            <a:off x="2331720" y="4114800"/>
            <a:ext cx="1097280" cy="548640"/>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18</a:t>
            </a:r>
          </a:p>
        </p:txBody>
      </p:sp>
      <p:sp>
        <p:nvSpPr>
          <p:cNvPr id="1595" name="TextBox 1594"/>
          <p:cNvSpPr txBox="1"/>
          <p:nvPr/>
        </p:nvSpPr>
        <p:spPr>
          <a:xfrm>
            <a:off x="3429000" y="4114800"/>
            <a:ext cx="2377440" cy="548640"/>
          </a:xfrm>
          <a:prstGeom prst="rect">
            <a:avLst/>
          </a:prstGeom>
          <a:noFill/>
        </p:spPr>
        <p:txBody>
          <a:bodyPr wrap="square" anchor="ctr" lIns="36576" rIns="36576" tIns="36576" bIns="36576">
            <a:spAutoFit/>
          </a:bodyPr>
          <a:lstStyle/>
          <a:p>
            <a:pPr algn="l"/>
            <a:r>
              <a:rPr sz="1100" b="0" i="0">
                <a:solidFill>
                  <a:srgbClr val="0D2547"/>
                </a:solidFill>
                <a:latin typeface="Noto Sans Symbols"/>
              </a:rPr>
              <a:t>FIFO a 224 Hz</a:t>
            </a:r>
          </a:p>
        </p:txBody>
      </p:sp>
      <p:sp>
        <p:nvSpPr>
          <p:cNvPr id="1596" name="Rounded Rectangle 1595"/>
          <p:cNvSpPr/>
          <p:nvPr/>
        </p:nvSpPr>
        <p:spPr>
          <a:xfrm>
            <a:off x="6217920" y="1325880"/>
            <a:ext cx="5486400" cy="3657600"/>
          </a:xfrm>
          <a:prstGeom prst="roundRect">
            <a:avLst>
              <a:gd name="adj" fmla="val 4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7" name="TextBox 1596"/>
          <p:cNvSpPr txBox="1"/>
          <p:nvPr/>
        </p:nvSpPr>
        <p:spPr>
          <a:xfrm>
            <a:off x="6400800" y="1417320"/>
            <a:ext cx="5120640" cy="411480"/>
          </a:xfrm>
          <a:prstGeom prst="rect">
            <a:avLst/>
          </a:prstGeom>
          <a:noFill/>
        </p:spPr>
        <p:txBody>
          <a:bodyPr wrap="square" anchor="t" lIns="36576" rIns="36576" tIns="36576" bIns="36576">
            <a:spAutoFit/>
          </a:bodyPr>
          <a:lstStyle/>
          <a:p>
            <a:pPr algn="l"/>
            <a:r>
              <a:rPr sz="1500" b="0" i="0">
                <a:solidFill>
                  <a:srgbClr val="4F81BD"/>
                </a:solidFill>
                <a:latin typeface="Impact"/>
              </a:rPr>
              <a:t>NÚCLEO 0 · AUXILIAR</a:t>
            </a:r>
          </a:p>
        </p:txBody>
      </p:sp>
      <p:sp>
        <p:nvSpPr>
          <p:cNvPr id="1598" name="Rounded Rectangle 1597"/>
          <p:cNvSpPr/>
          <p:nvPr/>
        </p:nvSpPr>
        <p:spPr>
          <a:xfrm>
            <a:off x="6446520" y="1920240"/>
            <a:ext cx="1463040" cy="475488"/>
          </a:xfrm>
          <a:prstGeom prst="roundRect">
            <a:avLst>
              <a:gd name="adj" fmla="val 12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Registro</a:t>
            </a:r>
          </a:p>
        </p:txBody>
      </p:sp>
      <p:sp>
        <p:nvSpPr>
          <p:cNvPr id="1599" name="TextBox 1598"/>
          <p:cNvSpPr txBox="1"/>
          <p:nvPr/>
        </p:nvSpPr>
        <p:spPr>
          <a:xfrm>
            <a:off x="8046720" y="1920240"/>
            <a:ext cx="1097280" cy="475488"/>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8</a:t>
            </a:r>
          </a:p>
        </p:txBody>
      </p:sp>
      <p:sp>
        <p:nvSpPr>
          <p:cNvPr id="1600" name="TextBox 1599"/>
          <p:cNvSpPr txBox="1"/>
          <p:nvPr/>
        </p:nvSpPr>
        <p:spPr>
          <a:xfrm>
            <a:off x="9144000" y="1920240"/>
            <a:ext cx="2468880" cy="475488"/>
          </a:xfrm>
          <a:prstGeom prst="rect">
            <a:avLst/>
          </a:prstGeom>
          <a:noFill/>
        </p:spPr>
        <p:txBody>
          <a:bodyPr wrap="square" anchor="ctr" lIns="36576" rIns="36576" tIns="36576" bIns="36576">
            <a:spAutoFit/>
          </a:bodyPr>
          <a:lstStyle/>
          <a:p>
            <a:pPr algn="l"/>
            <a:r>
              <a:rPr sz="1100" b="0" i="0">
                <a:solidFill>
                  <a:srgbClr val="0D2547"/>
                </a:solidFill>
                <a:latin typeface="Noto Sans Symbols"/>
              </a:rPr>
              <a:t>microSD, CSV</a:t>
            </a:r>
          </a:p>
        </p:txBody>
      </p:sp>
      <p:sp>
        <p:nvSpPr>
          <p:cNvPr id="1601" name="Rounded Rectangle 1600"/>
          <p:cNvSpPr/>
          <p:nvPr/>
        </p:nvSpPr>
        <p:spPr>
          <a:xfrm>
            <a:off x="6446520" y="2514600"/>
            <a:ext cx="1463040" cy="475488"/>
          </a:xfrm>
          <a:prstGeom prst="roundRect">
            <a:avLst>
              <a:gd name="adj" fmla="val 12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Telemetría</a:t>
            </a:r>
          </a:p>
        </p:txBody>
      </p:sp>
      <p:sp>
        <p:nvSpPr>
          <p:cNvPr id="1602" name="TextBox 1601"/>
          <p:cNvSpPr txBox="1"/>
          <p:nvPr/>
        </p:nvSpPr>
        <p:spPr>
          <a:xfrm>
            <a:off x="8046720" y="2514600"/>
            <a:ext cx="1097280" cy="475488"/>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5</a:t>
            </a:r>
          </a:p>
        </p:txBody>
      </p:sp>
      <p:sp>
        <p:nvSpPr>
          <p:cNvPr id="1603" name="TextBox 1602"/>
          <p:cNvSpPr txBox="1"/>
          <p:nvPr/>
        </p:nvSpPr>
        <p:spPr>
          <a:xfrm>
            <a:off x="9144000" y="2514600"/>
            <a:ext cx="2468880" cy="475488"/>
          </a:xfrm>
          <a:prstGeom prst="rect">
            <a:avLst/>
          </a:prstGeom>
          <a:noFill/>
        </p:spPr>
        <p:txBody>
          <a:bodyPr wrap="square" anchor="ctr" lIns="36576" rIns="36576" tIns="36576" bIns="36576">
            <a:spAutoFit/>
          </a:bodyPr>
          <a:lstStyle/>
          <a:p>
            <a:pPr algn="l"/>
            <a:r>
              <a:rPr sz="1100" b="0" i="0">
                <a:solidFill>
                  <a:srgbClr val="0D2547"/>
                </a:solidFill>
                <a:latin typeface="Noto Sans Symbols"/>
              </a:rPr>
              <a:t>Wi-Fi (TODO)</a:t>
            </a:r>
          </a:p>
        </p:txBody>
      </p:sp>
      <p:sp>
        <p:nvSpPr>
          <p:cNvPr id="1604" name="Rounded Rectangle 1603"/>
          <p:cNvSpPr/>
          <p:nvPr/>
        </p:nvSpPr>
        <p:spPr>
          <a:xfrm>
            <a:off x="6446520" y="3108960"/>
            <a:ext cx="1463040" cy="475488"/>
          </a:xfrm>
          <a:prstGeom prst="roundRect">
            <a:avLst>
              <a:gd name="adj" fmla="val 12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Consola</a:t>
            </a:r>
          </a:p>
        </p:txBody>
      </p:sp>
      <p:sp>
        <p:nvSpPr>
          <p:cNvPr id="1605" name="TextBox 1604"/>
          <p:cNvSpPr txBox="1"/>
          <p:nvPr/>
        </p:nvSpPr>
        <p:spPr>
          <a:xfrm>
            <a:off x="8046720" y="3108960"/>
            <a:ext cx="1097280" cy="475488"/>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4</a:t>
            </a:r>
          </a:p>
        </p:txBody>
      </p:sp>
      <p:sp>
        <p:nvSpPr>
          <p:cNvPr id="1606" name="TextBox 1605"/>
          <p:cNvSpPr txBox="1"/>
          <p:nvPr/>
        </p:nvSpPr>
        <p:spPr>
          <a:xfrm>
            <a:off x="9144000" y="3108960"/>
            <a:ext cx="2468880" cy="475488"/>
          </a:xfrm>
          <a:prstGeom prst="rect">
            <a:avLst/>
          </a:prstGeom>
          <a:noFill/>
        </p:spPr>
        <p:txBody>
          <a:bodyPr wrap="square" anchor="ctr" lIns="36576" rIns="36576" tIns="36576" bIns="36576">
            <a:spAutoFit/>
          </a:bodyPr>
          <a:lstStyle/>
          <a:p>
            <a:pPr algn="l"/>
            <a:r>
              <a:rPr sz="1100" b="0" i="0">
                <a:solidFill>
                  <a:srgbClr val="0D2547"/>
                </a:solidFill>
                <a:latin typeface="Noto Sans Symbols"/>
              </a:rPr>
              <a:t>comandos y simulador</a:t>
            </a:r>
          </a:p>
        </p:txBody>
      </p:sp>
      <p:sp>
        <p:nvSpPr>
          <p:cNvPr id="1607" name="Rounded Rectangle 1606"/>
          <p:cNvSpPr/>
          <p:nvPr/>
        </p:nvSpPr>
        <p:spPr>
          <a:xfrm>
            <a:off x="6446520" y="3703320"/>
            <a:ext cx="1463040" cy="475488"/>
          </a:xfrm>
          <a:prstGeom prst="roundRect">
            <a:avLst>
              <a:gd name="adj" fmla="val 12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Pantalla</a:t>
            </a:r>
          </a:p>
        </p:txBody>
      </p:sp>
      <p:sp>
        <p:nvSpPr>
          <p:cNvPr id="1608" name="TextBox 1607"/>
          <p:cNvSpPr txBox="1"/>
          <p:nvPr/>
        </p:nvSpPr>
        <p:spPr>
          <a:xfrm>
            <a:off x="8046720" y="3703320"/>
            <a:ext cx="1097280" cy="475488"/>
          </a:xfrm>
          <a:prstGeom prst="rect">
            <a:avLst/>
          </a:prstGeom>
          <a:noFill/>
        </p:spPr>
        <p:txBody>
          <a:bodyPr wrap="square" anchor="ctr" lIns="36576" rIns="36576" tIns="36576" bIns="36576">
            <a:spAutoFit/>
          </a:bodyPr>
          <a:lstStyle/>
          <a:p>
            <a:pPr algn="l"/>
            <a:r>
              <a:rPr sz="1000" b="0" i="0">
                <a:solidFill>
                  <a:srgbClr val="5F6B7A"/>
                </a:solidFill>
                <a:latin typeface="Noto Sans Symbols"/>
              </a:rPr>
              <a:t>prioridad 3</a:t>
            </a:r>
          </a:p>
        </p:txBody>
      </p:sp>
      <p:sp>
        <p:nvSpPr>
          <p:cNvPr id="1609" name="TextBox 1608"/>
          <p:cNvSpPr txBox="1"/>
          <p:nvPr/>
        </p:nvSpPr>
        <p:spPr>
          <a:xfrm>
            <a:off x="9144000" y="3703320"/>
            <a:ext cx="2468880" cy="475488"/>
          </a:xfrm>
          <a:prstGeom prst="rect">
            <a:avLst/>
          </a:prstGeom>
          <a:noFill/>
        </p:spPr>
        <p:txBody>
          <a:bodyPr wrap="square" anchor="ctr" lIns="36576" rIns="36576" tIns="36576" bIns="36576">
            <a:spAutoFit/>
          </a:bodyPr>
          <a:lstStyle/>
          <a:p>
            <a:pPr algn="l"/>
            <a:r>
              <a:rPr sz="1100" b="0" i="0">
                <a:solidFill>
                  <a:srgbClr val="0D2547"/>
                </a:solidFill>
                <a:latin typeface="Noto Sans Symbols"/>
              </a:rPr>
              <a:t>OLED a 5 Hz</a:t>
            </a:r>
          </a:p>
        </p:txBody>
      </p:sp>
      <p:sp>
        <p:nvSpPr>
          <p:cNvPr id="1610" name="Rounded Rectangle 1609"/>
          <p:cNvSpPr/>
          <p:nvPr/>
        </p:nvSpPr>
        <p:spPr>
          <a:xfrm>
            <a:off x="6446520" y="4297680"/>
            <a:ext cx="1463040" cy="475488"/>
          </a:xfrm>
          <a:prstGeom prst="roundRect">
            <a:avLst>
              <a:gd name="adj" fmla="val 12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Timer 20 Hz</a:t>
            </a:r>
          </a:p>
        </p:txBody>
      </p:sp>
      <p:sp>
        <p:nvSpPr>
          <p:cNvPr id="1611" name="TextBox 1610"/>
          <p:cNvSpPr txBox="1"/>
          <p:nvPr/>
        </p:nvSpPr>
        <p:spPr>
          <a:xfrm>
            <a:off x="8046720" y="4297680"/>
            <a:ext cx="1097280" cy="475488"/>
          </a:xfrm>
          <a:prstGeom prst="rect">
            <a:avLst/>
          </a:prstGeom>
          <a:noFill/>
        </p:spPr>
        <p:txBody>
          <a:bodyPr wrap="square" anchor="ctr" lIns="36576" rIns="36576" tIns="36576" bIns="36576">
            <a:spAutoFit/>
          </a:bodyPr>
          <a:lstStyle/>
          <a:p>
            <a:pPr algn="l"/>
            <a:r>
              <a:rPr sz="1000" b="0" i="0">
                <a:solidFill>
                  <a:srgbClr val="5F6B7A"/>
                </a:solidFill>
                <a:latin typeface="Noto Sans Symbols"/>
              </a:rPr>
              <a:t>esp_timer</a:t>
            </a:r>
          </a:p>
        </p:txBody>
      </p:sp>
      <p:sp>
        <p:nvSpPr>
          <p:cNvPr id="1612" name="TextBox 1611"/>
          <p:cNvSpPr txBox="1"/>
          <p:nvPr/>
        </p:nvSpPr>
        <p:spPr>
          <a:xfrm>
            <a:off x="9144000" y="4297680"/>
            <a:ext cx="2468880" cy="475488"/>
          </a:xfrm>
          <a:prstGeom prst="rect">
            <a:avLst/>
          </a:prstGeom>
          <a:noFill/>
        </p:spPr>
        <p:txBody>
          <a:bodyPr wrap="square" anchor="ctr" lIns="36576" rIns="36576" tIns="36576" bIns="36576">
            <a:spAutoFit/>
          </a:bodyPr>
          <a:lstStyle/>
          <a:p>
            <a:pPr algn="l"/>
            <a:r>
              <a:rPr sz="1100" b="0" i="0">
                <a:solidFill>
                  <a:srgbClr val="0D2547"/>
                </a:solidFill>
                <a:latin typeface="Noto Sans Symbols"/>
              </a:rPr>
              <a:t>vigilante, maqueta y sonido</a:t>
            </a:r>
          </a:p>
        </p:txBody>
      </p:sp>
      <p:sp>
        <p:nvSpPr>
          <p:cNvPr id="1613" name="Rounded Rectangle 1612"/>
          <p:cNvSpPr/>
          <p:nvPr/>
        </p:nvSpPr>
        <p:spPr>
          <a:xfrm>
            <a:off x="502920" y="5212080"/>
            <a:ext cx="2697480" cy="1051560"/>
          </a:xfrm>
          <a:prstGeom prst="roundRect">
            <a:avLst>
              <a:gd name="adj" fmla="val 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4" name="TextBox 1613"/>
          <p:cNvSpPr txBox="1"/>
          <p:nvPr/>
        </p:nvSpPr>
        <p:spPr>
          <a:xfrm>
            <a:off x="640080" y="5257800"/>
            <a:ext cx="2423160" cy="548640"/>
          </a:xfrm>
          <a:prstGeom prst="rect">
            <a:avLst/>
          </a:prstGeom>
          <a:noFill/>
        </p:spPr>
        <p:txBody>
          <a:bodyPr wrap="square" anchor="ctr" lIns="36576" rIns="36576" tIns="36576" bIns="36576">
            <a:spAutoFit/>
          </a:bodyPr>
          <a:lstStyle/>
          <a:p>
            <a:pPr algn="ctr"/>
            <a:r>
              <a:rPr sz="2200" b="0" i="0">
                <a:solidFill>
                  <a:srgbClr val="14C99A"/>
                </a:solidFill>
                <a:latin typeface="Impact"/>
              </a:rPr>
              <a:t>3</a:t>
            </a:r>
          </a:p>
        </p:txBody>
      </p:sp>
      <p:sp>
        <p:nvSpPr>
          <p:cNvPr id="1615" name="TextBox 1614"/>
          <p:cNvSpPr txBox="1"/>
          <p:nvPr/>
        </p:nvSpPr>
        <p:spPr>
          <a:xfrm>
            <a:off x="640080" y="5760720"/>
            <a:ext cx="2423160" cy="457200"/>
          </a:xfrm>
          <a:prstGeom prst="rect">
            <a:avLst/>
          </a:prstGeom>
          <a:noFill/>
        </p:spPr>
        <p:txBody>
          <a:bodyPr wrap="square" anchor="t" lIns="36576" rIns="36576" tIns="36576" bIns="36576">
            <a:spAutoFit/>
          </a:bodyPr>
          <a:lstStyle/>
          <a:p>
            <a:pPr algn="ctr"/>
            <a:r>
              <a:rPr sz="1000" b="0" i="0">
                <a:solidFill>
                  <a:srgbClr val="FFFFFF"/>
                </a:solidFill>
                <a:latin typeface="Noto Sans Symbols"/>
              </a:rPr>
              <a:t>roles: registrador, tren y cruce</a:t>
            </a:r>
          </a:p>
        </p:txBody>
      </p:sp>
      <p:sp>
        <p:nvSpPr>
          <p:cNvPr id="1616" name="Rounded Rectangle 1615"/>
          <p:cNvSpPr/>
          <p:nvPr/>
        </p:nvSpPr>
        <p:spPr>
          <a:xfrm>
            <a:off x="3337560" y="5212080"/>
            <a:ext cx="2697480" cy="1051560"/>
          </a:xfrm>
          <a:prstGeom prst="roundRect">
            <a:avLst>
              <a:gd name="adj" fmla="val 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7" name="TextBox 1616"/>
          <p:cNvSpPr txBox="1"/>
          <p:nvPr/>
        </p:nvSpPr>
        <p:spPr>
          <a:xfrm>
            <a:off x="3474720" y="5257800"/>
            <a:ext cx="2423160" cy="548640"/>
          </a:xfrm>
          <a:prstGeom prst="rect">
            <a:avLst/>
          </a:prstGeom>
          <a:noFill/>
        </p:spPr>
        <p:txBody>
          <a:bodyPr wrap="square" anchor="ctr" lIns="36576" rIns="36576" tIns="36576" bIns="36576">
            <a:spAutoFit/>
          </a:bodyPr>
          <a:lstStyle/>
          <a:p>
            <a:pPr algn="ctr"/>
            <a:r>
              <a:rPr sz="2200" b="0" i="0">
                <a:solidFill>
                  <a:srgbClr val="14C99A"/>
                </a:solidFill>
                <a:latin typeface="Impact"/>
              </a:rPr>
              <a:t>9 a 11 %</a:t>
            </a:r>
          </a:p>
        </p:txBody>
      </p:sp>
      <p:sp>
        <p:nvSpPr>
          <p:cNvPr id="1618" name="TextBox 1617"/>
          <p:cNvSpPr txBox="1"/>
          <p:nvPr/>
        </p:nvSpPr>
        <p:spPr>
          <a:xfrm>
            <a:off x="3474720" y="5760720"/>
            <a:ext cx="2423160" cy="457200"/>
          </a:xfrm>
          <a:prstGeom prst="rect">
            <a:avLst/>
          </a:prstGeom>
          <a:noFill/>
        </p:spPr>
        <p:txBody>
          <a:bodyPr wrap="square" anchor="t" lIns="36576" rIns="36576" tIns="36576" bIns="36576">
            <a:spAutoFit/>
          </a:bodyPr>
          <a:lstStyle/>
          <a:p>
            <a:pPr algn="ctr"/>
            <a:r>
              <a:rPr sz="1000" b="0" i="0">
                <a:solidFill>
                  <a:srgbClr val="FFFFFF"/>
                </a:solidFill>
                <a:latin typeface="Noto Sans Symbols"/>
              </a:rPr>
              <a:t>de RAM usada</a:t>
            </a:r>
          </a:p>
        </p:txBody>
      </p:sp>
      <p:sp>
        <p:nvSpPr>
          <p:cNvPr id="1619" name="Rounded Rectangle 1618"/>
          <p:cNvSpPr/>
          <p:nvPr/>
        </p:nvSpPr>
        <p:spPr>
          <a:xfrm>
            <a:off x="6172200" y="5212080"/>
            <a:ext cx="2697480" cy="1051560"/>
          </a:xfrm>
          <a:prstGeom prst="roundRect">
            <a:avLst>
              <a:gd name="adj" fmla="val 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20" name="TextBox 1619"/>
          <p:cNvSpPr txBox="1"/>
          <p:nvPr/>
        </p:nvSpPr>
        <p:spPr>
          <a:xfrm>
            <a:off x="6309360" y="5257800"/>
            <a:ext cx="2423160" cy="548640"/>
          </a:xfrm>
          <a:prstGeom prst="rect">
            <a:avLst/>
          </a:prstGeom>
          <a:noFill/>
        </p:spPr>
        <p:txBody>
          <a:bodyPr wrap="square" anchor="ctr" lIns="36576" rIns="36576" tIns="36576" bIns="36576">
            <a:spAutoFit/>
          </a:bodyPr>
          <a:lstStyle/>
          <a:p>
            <a:pPr algn="ctr"/>
            <a:r>
              <a:rPr sz="2200" b="0" i="0">
                <a:solidFill>
                  <a:srgbClr val="14C99A"/>
                </a:solidFill>
                <a:latin typeface="Impact"/>
              </a:rPr>
              <a:t>16 a 17 %</a:t>
            </a:r>
          </a:p>
        </p:txBody>
      </p:sp>
      <p:sp>
        <p:nvSpPr>
          <p:cNvPr id="1621" name="TextBox 1620"/>
          <p:cNvSpPr txBox="1"/>
          <p:nvPr/>
        </p:nvSpPr>
        <p:spPr>
          <a:xfrm>
            <a:off x="6309360" y="5760720"/>
            <a:ext cx="2423160" cy="457200"/>
          </a:xfrm>
          <a:prstGeom prst="rect">
            <a:avLst/>
          </a:prstGeom>
          <a:noFill/>
        </p:spPr>
        <p:txBody>
          <a:bodyPr wrap="square" anchor="t" lIns="36576" rIns="36576" tIns="36576" bIns="36576">
            <a:spAutoFit/>
          </a:bodyPr>
          <a:lstStyle/>
          <a:p>
            <a:pPr algn="ctr"/>
            <a:r>
              <a:rPr sz="1000" b="0" i="0">
                <a:solidFill>
                  <a:srgbClr val="FFFFFF"/>
                </a:solidFill>
                <a:latin typeface="Noto Sans Symbols"/>
              </a:rPr>
              <a:t>de flash usada</a:t>
            </a:r>
          </a:p>
        </p:txBody>
      </p:sp>
      <p:sp>
        <p:nvSpPr>
          <p:cNvPr id="1622" name="Rounded Rectangle 1621"/>
          <p:cNvSpPr/>
          <p:nvPr/>
        </p:nvSpPr>
        <p:spPr>
          <a:xfrm>
            <a:off x="9006840" y="5212080"/>
            <a:ext cx="2697480" cy="1051560"/>
          </a:xfrm>
          <a:prstGeom prst="roundRect">
            <a:avLst>
              <a:gd name="adj" fmla="val 8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23" name="TextBox 1622"/>
          <p:cNvSpPr txBox="1"/>
          <p:nvPr/>
        </p:nvSpPr>
        <p:spPr>
          <a:xfrm>
            <a:off x="9144000" y="5257800"/>
            <a:ext cx="2423160" cy="548640"/>
          </a:xfrm>
          <a:prstGeom prst="rect">
            <a:avLst/>
          </a:prstGeom>
          <a:noFill/>
        </p:spPr>
        <p:txBody>
          <a:bodyPr wrap="square" anchor="ctr" lIns="36576" rIns="36576" tIns="36576" bIns="36576">
            <a:spAutoFit/>
          </a:bodyPr>
          <a:lstStyle/>
          <a:p>
            <a:pPr algn="ctr"/>
            <a:r>
              <a:rPr sz="2200" b="0" i="0">
                <a:solidFill>
                  <a:srgbClr val="14C99A"/>
                </a:solidFill>
                <a:latin typeface="Impact"/>
              </a:rPr>
              <a:t>C++17</a:t>
            </a:r>
          </a:p>
        </p:txBody>
      </p:sp>
      <p:sp>
        <p:nvSpPr>
          <p:cNvPr id="1624" name="TextBox 1623"/>
          <p:cNvSpPr txBox="1"/>
          <p:nvPr/>
        </p:nvSpPr>
        <p:spPr>
          <a:xfrm>
            <a:off x="9144000" y="5760720"/>
            <a:ext cx="2423160" cy="457200"/>
          </a:xfrm>
          <a:prstGeom prst="rect">
            <a:avLst/>
          </a:prstGeom>
          <a:noFill/>
        </p:spPr>
        <p:txBody>
          <a:bodyPr wrap="square" anchor="t" lIns="36576" rIns="36576" tIns="36576" bIns="36576">
            <a:spAutoFit/>
          </a:bodyPr>
          <a:lstStyle/>
          <a:p>
            <a:pPr algn="ctr"/>
            <a:r>
              <a:rPr sz="1000" b="0" i="0">
                <a:solidFill>
                  <a:srgbClr val="FFFFFF"/>
                </a:solidFill>
                <a:latin typeface="Noto Sans Symbols"/>
              </a:rPr>
              <a:t>PlatformIO, core Arduino 2.0.17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18</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SOFTWARE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DIAGRAMA DE FLUJO: NODO TREN</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548640" y="1371600"/>
            <a:ext cx="2011680" cy="457200"/>
          </a:xfrm>
          <a:prstGeom prst="roundRect">
            <a:avLst>
              <a:gd name="adj" fmla="val 50000"/>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FFFFFF"/>
                </a:solidFill>
                <a:latin typeface="Noto Sans Symbols"/>
              </a:rPr>
              <a:t>ARRANQUE</a:t>
            </a:r>
          </a:p>
        </p:txBody>
      </p:sp>
      <p:sp>
        <p:nvSpPr>
          <p:cNvPr id="1583" name="Rounded Rectangle 1582"/>
          <p:cNvSpPr/>
          <p:nvPr/>
        </p:nvSpPr>
        <p:spPr>
          <a:xfrm>
            <a:off x="457200" y="2057400"/>
            <a:ext cx="2194560" cy="548640"/>
          </a:xfrm>
          <a:prstGeom prst="roundRect">
            <a:avLst>
              <a:gd name="adj" fmla="val 12000"/>
            </a:avLst>
          </a:prstGeom>
          <a:solidFill>
            <a:srgbClr val="F3F7FA"/>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PMU, GNSS a 10 Hz, radio</a:t>
            </a:r>
          </a:p>
        </p:txBody>
      </p:sp>
      <p:sp>
        <p:nvSpPr>
          <p:cNvPr id="1584" name="Diamond 1583"/>
          <p:cNvSpPr/>
          <p:nvPr/>
        </p:nvSpPr>
        <p:spPr>
          <a:xfrm>
            <a:off x="457200" y="2834640"/>
            <a:ext cx="2194560" cy="960120"/>
          </a:xfrm>
          <a:prstGeom prst="diamond">
            <a:avLst/>
          </a:prstGeom>
          <a:solidFill>
            <a:srgbClr val="FFFFFF"/>
          </a:solidFill>
          <a:ln w="1905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0D2547"/>
                </a:solidFill>
                <a:latin typeface="Noto Sans Symbols"/>
              </a:rPr>
              <a:t>¿autotest AES y CMAC ok?</a:t>
            </a:r>
          </a:p>
        </p:txBody>
      </p:sp>
      <p:sp>
        <p:nvSpPr>
          <p:cNvPr id="1585" name="Rounded Rectangle 1584"/>
          <p:cNvSpPr/>
          <p:nvPr/>
        </p:nvSpPr>
        <p:spPr>
          <a:xfrm>
            <a:off x="548640" y="4206240"/>
            <a:ext cx="2011680" cy="457200"/>
          </a:xfrm>
          <a:prstGeom prst="roundRect">
            <a:avLst>
              <a:gd name="adj" fmla="val 50000"/>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FFFFFF"/>
                </a:solidFill>
                <a:latin typeface="Noto Sans Symbols"/>
              </a:rPr>
              <a:t>NO ARRANCA</a:t>
            </a:r>
          </a:p>
        </p:txBody>
      </p:sp>
      <p:cxnSp>
        <p:nvCxnSpPr>
          <p:cNvPr id="1586" name="Connector 1585"/>
          <p:cNvCxnSpPr/>
          <p:nvPr/>
        </p:nvCxnSpPr>
        <p:spPr>
          <a:xfrm>
            <a:off x="1554480" y="1828800"/>
            <a:ext cx="0" cy="2286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87" name="Connector 1586"/>
          <p:cNvCxnSpPr/>
          <p:nvPr/>
        </p:nvCxnSpPr>
        <p:spPr>
          <a:xfrm>
            <a:off x="1554480" y="2606040"/>
            <a:ext cx="0" cy="2286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88" name="Connector 1587"/>
          <p:cNvCxnSpPr/>
          <p:nvPr/>
        </p:nvCxnSpPr>
        <p:spPr>
          <a:xfrm>
            <a:off x="1554480" y="3794760"/>
            <a:ext cx="0" cy="411480"/>
          </a:xfrm>
          <a:prstGeom prst="line">
            <a:avLst/>
          </a:prstGeom>
          <a:ln w="15875">
            <a:solidFill>
              <a:srgbClr val="C050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9" name="TextBox 1588"/>
          <p:cNvSpPr txBox="1"/>
          <p:nvPr/>
        </p:nvSpPr>
        <p:spPr>
          <a:xfrm>
            <a:off x="1627632" y="3840480"/>
            <a:ext cx="457200" cy="274320"/>
          </a:xfrm>
          <a:prstGeom prst="rect">
            <a:avLst/>
          </a:prstGeom>
          <a:noFill/>
        </p:spPr>
        <p:txBody>
          <a:bodyPr wrap="square" anchor="t" lIns="36576" rIns="36576" tIns="36576" bIns="36576">
            <a:spAutoFit/>
          </a:bodyPr>
          <a:lstStyle/>
          <a:p>
            <a:pPr algn="l"/>
            <a:r>
              <a:rPr sz="1000" b="1" i="0">
                <a:solidFill>
                  <a:srgbClr val="C0504D"/>
                </a:solidFill>
                <a:latin typeface="Noto Sans Symbols"/>
              </a:rPr>
              <a:t>no</a:t>
            </a:r>
          </a:p>
        </p:txBody>
      </p:sp>
      <p:cxnSp>
        <p:nvCxnSpPr>
          <p:cNvPr id="1590" name="Connector 1589"/>
          <p:cNvCxnSpPr/>
          <p:nvPr/>
        </p:nvCxnSpPr>
        <p:spPr>
          <a:xfrm>
            <a:off x="2651760" y="3310128"/>
            <a:ext cx="365760" cy="0"/>
          </a:xfrm>
          <a:prstGeom prst="line">
            <a:avLst/>
          </a:prstGeom>
          <a:ln w="15875">
            <a:solidFill>
              <a:srgbClr val="107439"/>
            </a:solidFill>
          </a:ln>
        </p:spPr>
        <p:style>
          <a:lnRef idx="2">
            <a:schemeClr val="accent1"/>
          </a:lnRef>
          <a:fillRef idx="0">
            <a:schemeClr val="accent1"/>
          </a:fillRef>
          <a:effectRef idx="1">
            <a:schemeClr val="accent1"/>
          </a:effectRef>
          <a:fontRef idx="minor">
            <a:schemeClr val="tx1"/>
          </a:fontRef>
        </p:style>
      </p:cxnSp>
      <p:cxnSp>
        <p:nvCxnSpPr>
          <p:cNvPr id="1591" name="Connector 1590"/>
          <p:cNvCxnSpPr/>
          <p:nvPr/>
        </p:nvCxnSpPr>
        <p:spPr>
          <a:xfrm flipV="1">
            <a:off x="3017520" y="1664208"/>
            <a:ext cx="0" cy="1645920"/>
          </a:xfrm>
          <a:prstGeom prst="line">
            <a:avLst/>
          </a:prstGeom>
          <a:ln w="15875">
            <a:solidFill>
              <a:srgbClr val="107439"/>
            </a:solidFill>
          </a:ln>
        </p:spPr>
        <p:style>
          <a:lnRef idx="2">
            <a:schemeClr val="accent1"/>
          </a:lnRef>
          <a:fillRef idx="0">
            <a:schemeClr val="accent1"/>
          </a:fillRef>
          <a:effectRef idx="1">
            <a:schemeClr val="accent1"/>
          </a:effectRef>
          <a:fontRef idx="minor">
            <a:schemeClr val="tx1"/>
          </a:fontRef>
        </p:style>
      </p:cxnSp>
      <p:cxnSp>
        <p:nvCxnSpPr>
          <p:cNvPr id="1592" name="Connector 1591"/>
          <p:cNvCxnSpPr/>
          <p:nvPr/>
        </p:nvCxnSpPr>
        <p:spPr>
          <a:xfrm>
            <a:off x="3017520" y="1664208"/>
            <a:ext cx="365760" cy="0"/>
          </a:xfrm>
          <a:prstGeom prst="line">
            <a:avLst/>
          </a:prstGeom>
          <a:ln w="15875">
            <a:solidFill>
              <a:srgbClr val="1074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3" name="TextBox 1592"/>
          <p:cNvSpPr txBox="1"/>
          <p:nvPr/>
        </p:nvSpPr>
        <p:spPr>
          <a:xfrm>
            <a:off x="2651760" y="2971800"/>
            <a:ext cx="365760" cy="274320"/>
          </a:xfrm>
          <a:prstGeom prst="rect">
            <a:avLst/>
          </a:prstGeom>
          <a:noFill/>
        </p:spPr>
        <p:txBody>
          <a:bodyPr wrap="square" anchor="t" lIns="36576" rIns="36576" tIns="36576" bIns="36576">
            <a:spAutoFit/>
          </a:bodyPr>
          <a:lstStyle/>
          <a:p>
            <a:pPr algn="l"/>
            <a:r>
              <a:rPr sz="1000" b="1" i="0">
                <a:solidFill>
                  <a:srgbClr val="107439"/>
                </a:solidFill>
                <a:latin typeface="Noto Sans Symbols"/>
              </a:rPr>
              <a:t>sí</a:t>
            </a:r>
          </a:p>
        </p:txBody>
      </p:sp>
      <p:sp>
        <p:nvSpPr>
          <p:cNvPr id="1594" name="Rounded Rectangle 1593"/>
          <p:cNvSpPr/>
          <p:nvPr/>
        </p:nvSpPr>
        <p:spPr>
          <a:xfrm>
            <a:off x="3246120" y="1188720"/>
            <a:ext cx="2651760" cy="3063240"/>
          </a:xfrm>
          <a:prstGeom prst="roundRect">
            <a:avLst>
              <a:gd name="adj" fmla="val 4000"/>
            </a:avLst>
          </a:prstGeom>
          <a:noFill/>
          <a:ln w="9525">
            <a:solidFill>
              <a:srgbClr val="C9D3D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5" name="TextBox 1594"/>
          <p:cNvSpPr txBox="1"/>
          <p:nvPr/>
        </p:nvSpPr>
        <p:spPr>
          <a:xfrm>
            <a:off x="3291840" y="4279392"/>
            <a:ext cx="1188720" cy="274320"/>
          </a:xfrm>
          <a:prstGeom prst="rect">
            <a:avLst/>
          </a:prstGeom>
          <a:noFill/>
        </p:spPr>
        <p:txBody>
          <a:bodyPr wrap="square" anchor="t" lIns="36576" rIns="36576" tIns="36576" bIns="36576">
            <a:spAutoFit/>
          </a:bodyPr>
          <a:lstStyle/>
          <a:p>
            <a:pPr algn="l"/>
            <a:r>
              <a:rPr sz="950" b="0" i="0">
                <a:solidFill>
                  <a:srgbClr val="5F6B7A"/>
                </a:solidFill>
                <a:latin typeface="Noto Sans Symbols"/>
              </a:rPr>
              <a:t>cada 100 ms</a:t>
            </a:r>
          </a:p>
        </p:txBody>
      </p:sp>
      <p:sp>
        <p:nvSpPr>
          <p:cNvPr id="1596" name="Parallelogram 1595"/>
          <p:cNvSpPr/>
          <p:nvPr/>
        </p:nvSpPr>
        <p:spPr>
          <a:xfrm>
            <a:off x="3474720" y="1371600"/>
            <a:ext cx="2194560" cy="594360"/>
          </a:xfrm>
          <a:prstGeom prst="parallelogram">
            <a:avLst/>
          </a:prstGeom>
          <a:solidFill>
            <a:srgbClr val="DFF1D7"/>
          </a:solidFill>
          <a:ln w="12700">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i="0">
                <a:solidFill>
                  <a:srgbClr val="107439"/>
                </a:solidFill>
                <a:latin typeface="Noto Sans Symbols"/>
              </a:rPr>
              <a:t>nuevo NAV-PVT</a:t>
            </a:r>
          </a:p>
        </p:txBody>
      </p:sp>
      <p:sp>
        <p:nvSpPr>
          <p:cNvPr id="1597" name="Rounded Rectangle 1596"/>
          <p:cNvSpPr/>
          <p:nvPr/>
        </p:nvSpPr>
        <p:spPr>
          <a:xfrm>
            <a:off x="3474720" y="2194560"/>
            <a:ext cx="2194560" cy="502920"/>
          </a:xfrm>
          <a:prstGeom prst="roundRect">
            <a:avLst>
              <a:gd name="adj" fmla="val 12000"/>
            </a:avLst>
          </a:prstGeom>
          <a:solidFill>
            <a:srgbClr val="F3F7FA"/>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aceleración: recta sobre 1 s</a:t>
            </a:r>
          </a:p>
        </p:txBody>
      </p:sp>
      <p:sp>
        <p:nvSpPr>
          <p:cNvPr id="1598" name="Diamond 1597"/>
          <p:cNvSpPr/>
          <p:nvPr/>
        </p:nvSpPr>
        <p:spPr>
          <a:xfrm>
            <a:off x="3474720" y="2926080"/>
            <a:ext cx="2194560" cy="914400"/>
          </a:xfrm>
          <a:prstGeom prst="diamond">
            <a:avLst/>
          </a:prstGeom>
          <a:solidFill>
            <a:srgbClr val="FFFFFF"/>
          </a:solidFill>
          <a:ln w="1905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0D2547"/>
                </a:solidFill>
                <a:latin typeface="Noto Sans Symbols"/>
              </a:rPr>
              <a:t>¿tiempo GPS?</a:t>
            </a:r>
          </a:p>
        </p:txBody>
      </p:sp>
      <p:cxnSp>
        <p:nvCxnSpPr>
          <p:cNvPr id="1599" name="Connector 1598"/>
          <p:cNvCxnSpPr/>
          <p:nvPr/>
        </p:nvCxnSpPr>
        <p:spPr>
          <a:xfrm>
            <a:off x="4572000" y="1965960"/>
            <a:ext cx="0" cy="2286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00" name="Connector 1599"/>
          <p:cNvCxnSpPr/>
          <p:nvPr/>
        </p:nvCxnSpPr>
        <p:spPr>
          <a:xfrm>
            <a:off x="4572000" y="2697480"/>
            <a:ext cx="0" cy="2286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1" name="Rounded Rectangle 1600"/>
          <p:cNvSpPr/>
          <p:nvPr/>
        </p:nvSpPr>
        <p:spPr>
          <a:xfrm>
            <a:off x="3474720" y="4709160"/>
            <a:ext cx="2194560" cy="548640"/>
          </a:xfrm>
          <a:prstGeom prst="roundRect">
            <a:avLst>
              <a:gd name="adj" fmla="val 12000"/>
            </a:avLst>
          </a:prstGeom>
          <a:solidFill>
            <a:srgbClr val="F3F7FA"/>
          </a:solidFill>
          <a:ln w="12700">
            <a:solidFill>
              <a:srgbClr val="E8710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TX sin ranura (solo banco)</a:t>
            </a:r>
          </a:p>
        </p:txBody>
      </p:sp>
      <p:cxnSp>
        <p:nvCxnSpPr>
          <p:cNvPr id="1602" name="Connector 1601"/>
          <p:cNvCxnSpPr/>
          <p:nvPr/>
        </p:nvCxnSpPr>
        <p:spPr>
          <a:xfrm>
            <a:off x="4572000" y="3840480"/>
            <a:ext cx="0" cy="86868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3" name="TextBox 1602"/>
          <p:cNvSpPr txBox="1"/>
          <p:nvPr/>
        </p:nvSpPr>
        <p:spPr>
          <a:xfrm>
            <a:off x="4645152" y="3931920"/>
            <a:ext cx="457200" cy="274320"/>
          </a:xfrm>
          <a:prstGeom prst="rect">
            <a:avLst/>
          </a:prstGeom>
          <a:noFill/>
        </p:spPr>
        <p:txBody>
          <a:bodyPr wrap="square" anchor="t" lIns="36576" rIns="36576" tIns="36576" bIns="36576">
            <a:spAutoFit/>
          </a:bodyPr>
          <a:lstStyle/>
          <a:p>
            <a:pPr algn="l"/>
            <a:r>
              <a:rPr sz="1000" b="1" i="0">
                <a:solidFill>
                  <a:srgbClr val="E8710A"/>
                </a:solidFill>
                <a:latin typeface="Noto Sans Symbols"/>
              </a:rPr>
              <a:t>no</a:t>
            </a:r>
          </a:p>
        </p:txBody>
      </p:sp>
      <p:sp>
        <p:nvSpPr>
          <p:cNvPr id="1604" name="Rounded Rectangle 1603"/>
          <p:cNvSpPr/>
          <p:nvPr/>
        </p:nvSpPr>
        <p:spPr>
          <a:xfrm>
            <a:off x="6583680" y="3108960"/>
            <a:ext cx="2377440" cy="548640"/>
          </a:xfrm>
          <a:prstGeom prst="roundRect">
            <a:avLst>
              <a:gd name="adj" fmla="val 12000"/>
            </a:avLst>
          </a:prstGeom>
          <a:solidFill>
            <a:srgbClr val="F3F7FA"/>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esperar la ranura (id mod 5)</a:t>
            </a:r>
          </a:p>
        </p:txBody>
      </p:sp>
      <p:cxnSp>
        <p:nvCxnSpPr>
          <p:cNvPr id="1605" name="Connector 1604"/>
          <p:cNvCxnSpPr/>
          <p:nvPr/>
        </p:nvCxnSpPr>
        <p:spPr>
          <a:xfrm>
            <a:off x="5669280" y="3383280"/>
            <a:ext cx="914400" cy="0"/>
          </a:xfrm>
          <a:prstGeom prst="line">
            <a:avLst/>
          </a:prstGeom>
          <a:ln w="15875">
            <a:solidFill>
              <a:srgbClr val="1074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6" name="TextBox 1605"/>
          <p:cNvSpPr txBox="1"/>
          <p:nvPr/>
        </p:nvSpPr>
        <p:spPr>
          <a:xfrm>
            <a:off x="5715000" y="3035808"/>
            <a:ext cx="457200" cy="274320"/>
          </a:xfrm>
          <a:prstGeom prst="rect">
            <a:avLst/>
          </a:prstGeom>
          <a:noFill/>
        </p:spPr>
        <p:txBody>
          <a:bodyPr wrap="square" anchor="t" lIns="36576" rIns="36576" tIns="36576" bIns="36576">
            <a:spAutoFit/>
          </a:bodyPr>
          <a:lstStyle/>
          <a:p>
            <a:pPr algn="l"/>
            <a:r>
              <a:rPr sz="1000" b="1" i="0">
                <a:solidFill>
                  <a:srgbClr val="107439"/>
                </a:solidFill>
                <a:latin typeface="Noto Sans Symbols"/>
              </a:rPr>
              <a:t>sí</a:t>
            </a:r>
          </a:p>
        </p:txBody>
      </p:sp>
      <p:sp>
        <p:nvSpPr>
          <p:cNvPr id="1607" name="Rounded Rectangle 1606"/>
          <p:cNvSpPr/>
          <p:nvPr/>
        </p:nvSpPr>
        <p:spPr>
          <a:xfrm>
            <a:off x="6583680" y="3886200"/>
            <a:ext cx="2377440" cy="548640"/>
          </a:xfrm>
          <a:prstGeom prst="roundRect">
            <a:avLst>
              <a:gd name="adj" fmla="val 12000"/>
            </a:avLst>
          </a:prstGeom>
          <a:solidFill>
            <a:srgbClr val="F3F7FA"/>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armar beacon de 35 B</a:t>
            </a:r>
          </a:p>
        </p:txBody>
      </p:sp>
      <p:sp>
        <p:nvSpPr>
          <p:cNvPr id="1608" name="Rounded Rectangle 1607"/>
          <p:cNvSpPr/>
          <p:nvPr/>
        </p:nvSpPr>
        <p:spPr>
          <a:xfrm>
            <a:off x="6583680" y="4663440"/>
            <a:ext cx="2377440" cy="548640"/>
          </a:xfrm>
          <a:prstGeom prst="roundRect">
            <a:avLst>
              <a:gd name="adj" fmla="val 12000"/>
            </a:avLst>
          </a:prstGeom>
          <a:solidFill>
            <a:srgbClr val="F3F7FA"/>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AES-128-CTR + CMAC</a:t>
            </a:r>
          </a:p>
        </p:txBody>
      </p:sp>
      <p:sp>
        <p:nvSpPr>
          <p:cNvPr id="1609" name="Parallelogram 1608"/>
          <p:cNvSpPr/>
          <p:nvPr/>
        </p:nvSpPr>
        <p:spPr>
          <a:xfrm>
            <a:off x="6583680" y="5440680"/>
            <a:ext cx="2377440" cy="594360"/>
          </a:xfrm>
          <a:prstGeom prst="parallelogram">
            <a:avLst/>
          </a:prstGeom>
          <a:solidFill>
            <a:srgbClr val="DFF1D7"/>
          </a:solidFill>
          <a:ln w="12700">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i="0">
                <a:solidFill>
                  <a:srgbClr val="107439"/>
                </a:solidFill>
                <a:latin typeface="Noto Sans Symbols"/>
              </a:rPr>
              <a:t>transmitir por LoRa</a:t>
            </a:r>
          </a:p>
        </p:txBody>
      </p:sp>
      <p:sp>
        <p:nvSpPr>
          <p:cNvPr id="1610" name="Rounded Rectangle 1609"/>
          <p:cNvSpPr/>
          <p:nvPr/>
        </p:nvSpPr>
        <p:spPr>
          <a:xfrm>
            <a:off x="9326880" y="5440680"/>
            <a:ext cx="2286000" cy="594360"/>
          </a:xfrm>
          <a:prstGeom prst="roundRect">
            <a:avLst>
              <a:gd name="adj" fmla="val 12000"/>
            </a:avLst>
          </a:prstGeom>
          <a:solidFill>
            <a:srgbClr val="F3F7FA"/>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registrar tx.csv y pantalla</a:t>
            </a:r>
          </a:p>
        </p:txBody>
      </p:sp>
      <p:cxnSp>
        <p:nvCxnSpPr>
          <p:cNvPr id="1611" name="Connector 1610"/>
          <p:cNvCxnSpPr/>
          <p:nvPr/>
        </p:nvCxnSpPr>
        <p:spPr>
          <a:xfrm>
            <a:off x="7772400" y="3657600"/>
            <a:ext cx="0" cy="2286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2" name="Connector 1611"/>
          <p:cNvCxnSpPr/>
          <p:nvPr/>
        </p:nvCxnSpPr>
        <p:spPr>
          <a:xfrm>
            <a:off x="7772400" y="4434840"/>
            <a:ext cx="0" cy="2286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3" name="Connector 1612"/>
          <p:cNvCxnSpPr/>
          <p:nvPr/>
        </p:nvCxnSpPr>
        <p:spPr>
          <a:xfrm>
            <a:off x="7772400" y="5212080"/>
            <a:ext cx="0" cy="2286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4" name="Connector 1613"/>
          <p:cNvCxnSpPr/>
          <p:nvPr/>
        </p:nvCxnSpPr>
        <p:spPr>
          <a:xfrm>
            <a:off x="8961120" y="5733288"/>
            <a:ext cx="36576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5" name="Connector 1614"/>
          <p:cNvCxnSpPr/>
          <p:nvPr/>
        </p:nvCxnSpPr>
        <p:spPr>
          <a:xfrm>
            <a:off x="5669280" y="4983480"/>
            <a:ext cx="731520" cy="0"/>
          </a:xfrm>
          <a:prstGeom prst="line">
            <a:avLst/>
          </a:prstGeom>
          <a:ln w="15875">
            <a:solidFill>
              <a:srgbClr val="E8710A"/>
            </a:solidFill>
          </a:ln>
        </p:spPr>
        <p:style>
          <a:lnRef idx="2">
            <a:schemeClr val="accent1"/>
          </a:lnRef>
          <a:fillRef idx="0">
            <a:schemeClr val="accent1"/>
          </a:fillRef>
          <a:effectRef idx="1">
            <a:schemeClr val="accent1"/>
          </a:effectRef>
          <a:fontRef idx="minor">
            <a:schemeClr val="tx1"/>
          </a:fontRef>
        </p:style>
      </p:cxnSp>
      <p:cxnSp>
        <p:nvCxnSpPr>
          <p:cNvPr id="1616" name="Connector 1615"/>
          <p:cNvCxnSpPr/>
          <p:nvPr/>
        </p:nvCxnSpPr>
        <p:spPr>
          <a:xfrm flipV="1">
            <a:off x="6400800" y="4160520"/>
            <a:ext cx="0" cy="822960"/>
          </a:xfrm>
          <a:prstGeom prst="line">
            <a:avLst/>
          </a:prstGeom>
          <a:ln w="15875">
            <a:solidFill>
              <a:srgbClr val="E8710A"/>
            </a:solidFill>
          </a:ln>
        </p:spPr>
        <p:style>
          <a:lnRef idx="2">
            <a:schemeClr val="accent1"/>
          </a:lnRef>
          <a:fillRef idx="0">
            <a:schemeClr val="accent1"/>
          </a:fillRef>
          <a:effectRef idx="1">
            <a:schemeClr val="accent1"/>
          </a:effectRef>
          <a:fontRef idx="minor">
            <a:schemeClr val="tx1"/>
          </a:fontRef>
        </p:style>
      </p:cxnSp>
      <p:cxnSp>
        <p:nvCxnSpPr>
          <p:cNvPr id="1617" name="Connector 1616"/>
          <p:cNvCxnSpPr/>
          <p:nvPr/>
        </p:nvCxnSpPr>
        <p:spPr>
          <a:xfrm>
            <a:off x="6400800" y="4160520"/>
            <a:ext cx="182880" cy="0"/>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8" name="Connector 1617"/>
          <p:cNvCxnSpPr/>
          <p:nvPr/>
        </p:nvCxnSpPr>
        <p:spPr>
          <a:xfrm flipV="1">
            <a:off x="10469880" y="1664208"/>
            <a:ext cx="0" cy="3776472"/>
          </a:xfrm>
          <a:prstGeom prst="line">
            <a:avLst/>
          </a:prstGeom>
          <a:ln w="15875">
            <a:solidFill>
              <a:srgbClr val="5F6B7A"/>
            </a:solidFill>
          </a:ln>
        </p:spPr>
        <p:style>
          <a:lnRef idx="2">
            <a:schemeClr val="accent1"/>
          </a:lnRef>
          <a:fillRef idx="0">
            <a:schemeClr val="accent1"/>
          </a:fillRef>
          <a:effectRef idx="1">
            <a:schemeClr val="accent1"/>
          </a:effectRef>
          <a:fontRef idx="minor">
            <a:schemeClr val="tx1"/>
          </a:fontRef>
        </p:style>
      </p:cxnSp>
      <p:cxnSp>
        <p:nvCxnSpPr>
          <p:cNvPr id="1619" name="Connector 1618"/>
          <p:cNvCxnSpPr/>
          <p:nvPr/>
        </p:nvCxnSpPr>
        <p:spPr>
          <a:xfrm flipH="1">
            <a:off x="5669280" y="1664208"/>
            <a:ext cx="4800600" cy="0"/>
          </a:xfrm>
          <a:prstGeom prst="line">
            <a:avLst/>
          </a:prstGeom>
          <a:ln w="158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20" name="TextBox 1619"/>
          <p:cNvSpPr txBox="1"/>
          <p:nvPr/>
        </p:nvSpPr>
        <p:spPr>
          <a:xfrm>
            <a:off x="6675120" y="1325880"/>
            <a:ext cx="3657600" cy="320040"/>
          </a:xfrm>
          <a:prstGeom prst="rect">
            <a:avLst/>
          </a:prstGeom>
          <a:noFill/>
        </p:spPr>
        <p:txBody>
          <a:bodyPr wrap="square" anchor="t" lIns="36576" rIns="36576" tIns="36576" bIns="36576">
            <a:spAutoFit/>
          </a:bodyPr>
          <a:lstStyle/>
          <a:p>
            <a:pPr algn="ctr"/>
            <a:r>
              <a:rPr sz="950" b="0" i="0">
                <a:solidFill>
                  <a:srgbClr val="5F6B7A"/>
                </a:solidFill>
                <a:latin typeface="Noto Sans Symbols"/>
              </a:rPr>
              <a:t>vuelve a esperar el próximo NAV-PVT</a:t>
            </a:r>
          </a:p>
        </p:txBody>
      </p:sp>
      <p:sp>
        <p:nvSpPr>
          <p:cNvPr id="1621" name="Rounded Rectangle 1620"/>
          <p:cNvSpPr/>
          <p:nvPr/>
        </p:nvSpPr>
        <p:spPr>
          <a:xfrm>
            <a:off x="457200" y="4937760"/>
            <a:ext cx="2606040" cy="1325880"/>
          </a:xfrm>
          <a:prstGeom prst="roundRect">
            <a:avLst>
              <a:gd name="adj" fmla="val 8000"/>
            </a:avLst>
          </a:prstGeom>
          <a:solidFill>
            <a:srgbClr val="DFF1D7"/>
          </a:solidFill>
          <a:ln w="9525">
            <a:solidFill>
              <a:srgbClr val="10743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22" name="TextBox 1621"/>
          <p:cNvSpPr txBox="1"/>
          <p:nvPr/>
        </p:nvSpPr>
        <p:spPr>
          <a:xfrm>
            <a:off x="594360" y="5010912"/>
            <a:ext cx="2331720" cy="274320"/>
          </a:xfrm>
          <a:prstGeom prst="rect">
            <a:avLst/>
          </a:prstGeom>
          <a:noFill/>
        </p:spPr>
        <p:txBody>
          <a:bodyPr wrap="square" anchor="t" lIns="36576" rIns="36576" tIns="36576" bIns="36576">
            <a:spAutoFit/>
          </a:bodyPr>
          <a:lstStyle/>
          <a:p>
            <a:pPr algn="l"/>
            <a:r>
              <a:rPr sz="1200" b="1" i="0">
                <a:solidFill>
                  <a:srgbClr val="107439"/>
                </a:solidFill>
                <a:latin typeface="Noto Sans Symbols"/>
              </a:rPr>
              <a:t>TIEMPOS</a:t>
            </a:r>
          </a:p>
        </p:txBody>
      </p:sp>
      <p:sp>
        <p:nvSpPr>
          <p:cNvPr id="1623" name="TextBox 1622"/>
          <p:cNvSpPr txBox="1"/>
          <p:nvPr/>
        </p:nvSpPr>
        <p:spPr>
          <a:xfrm>
            <a:off x="594360" y="5303520"/>
            <a:ext cx="2331720" cy="914400"/>
          </a:xfrm>
          <a:prstGeom prst="rect">
            <a:avLst/>
          </a:prstGeom>
          <a:noFill/>
        </p:spPr>
        <p:txBody>
          <a:bodyPr wrap="square" anchor="t" lIns="36576" rIns="36576" tIns="36576" bIns="36576">
            <a:spAutoFit/>
          </a:bodyPr>
          <a:lstStyle/>
          <a:p>
            <a:pPr algn="l">
              <a:spcAft>
                <a:spcPts val="300"/>
              </a:spcAft>
            </a:pPr>
            <a:r>
              <a:rPr sz="1000" b="0" i="0">
                <a:solidFill>
                  <a:srgbClr val="0D2547"/>
                </a:solidFill>
                <a:latin typeface="Noto Sans Symbols"/>
              </a:rPr>
              <a:t>Época 100 ms. Aire 18 ms.</a:t>
            </a:r>
          </a:p>
          <a:p>
            <a:pPr algn="l">
              <a:spcAft>
                <a:spcPts val="300"/>
              </a:spcAft>
            </a:pPr>
            <a:r>
              <a:rPr sz="1000" b="0" i="0">
                <a:solidFill>
                  <a:srgbClr val="0D2547"/>
                </a:solidFill>
                <a:latin typeface="Noto Sans Symbols"/>
              </a:rPr>
              <a:t>Antigüedad del fix al transmitir: 50 a 150 ms (a medir).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19</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SOFTWARE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DIAGRAMA DE FLUJO: NODO CRUCE</a:t>
            </a:r>
            <a:endParaRPr b="0" i="0" sz="2200" u="none" cap="none" strike="noStrike">
              <a:solidFill>
                <a:srgbClr val="14C99A"/>
              </a:solidFill>
              <a:latin typeface="Arial"/>
              <a:ea typeface="Arial"/>
              <a:cs typeface="Arial"/>
              <a:sym typeface="Arial"/>
            </a:endParaRPr>
          </a:p>
        </p:txBody>
      </p:sp>
      <p:sp>
        <p:nvSpPr>
          <p:cNvPr id="1582" name="Parallelogram 1581"/>
          <p:cNvSpPr/>
          <p:nvPr/>
        </p:nvSpPr>
        <p:spPr>
          <a:xfrm>
            <a:off x="502920" y="1371600"/>
            <a:ext cx="1691640" cy="548640"/>
          </a:xfrm>
          <a:prstGeom prst="parallelogram">
            <a:avLst/>
          </a:prstGeom>
          <a:solidFill>
            <a:srgbClr val="DFF1D7"/>
          </a:solidFill>
          <a:ln w="12700">
            <a:solidFill>
              <a:srgbClr val="107439"/>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1000" b="1" i="0">
                <a:solidFill>
                  <a:srgbClr val="107439"/>
                </a:solidFill>
                <a:latin typeface="Noto Sans Symbols"/>
              </a:rPr>
              <a:t>paquete recibido</a:t>
            </a:r>
          </a:p>
        </p:txBody>
      </p:sp>
      <p:sp>
        <p:nvSpPr>
          <p:cNvPr id="1583" name="Diamond 1582"/>
          <p:cNvSpPr/>
          <p:nvPr/>
        </p:nvSpPr>
        <p:spPr>
          <a:xfrm>
            <a:off x="2423160" y="1371600"/>
            <a:ext cx="1691640" cy="868680"/>
          </a:xfrm>
          <a:prstGeom prst="diamond">
            <a:avLst/>
          </a:prstGeom>
          <a:solidFill>
            <a:srgbClr val="FFFFFF"/>
          </a:solidFill>
          <a:ln w="1905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0D2547"/>
                </a:solidFill>
                <a:latin typeface="Noto Sans Symbols"/>
              </a:rPr>
              <a:t>¿CRC ok?</a:t>
            </a:r>
          </a:p>
        </p:txBody>
      </p:sp>
      <p:cxnSp>
        <p:nvCxnSpPr>
          <p:cNvPr id="1584" name="Connector 1583"/>
          <p:cNvCxnSpPr/>
          <p:nvPr/>
        </p:nvCxnSpPr>
        <p:spPr>
          <a:xfrm>
            <a:off x="2194560" y="1801368"/>
            <a:ext cx="2286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5" name="Diamond 1584"/>
          <p:cNvSpPr/>
          <p:nvPr/>
        </p:nvSpPr>
        <p:spPr>
          <a:xfrm>
            <a:off x="4343400" y="1371600"/>
            <a:ext cx="1691640" cy="868680"/>
          </a:xfrm>
          <a:prstGeom prst="diamond">
            <a:avLst/>
          </a:prstGeom>
          <a:solidFill>
            <a:srgbClr val="FFFFFF"/>
          </a:solidFill>
          <a:ln w="1905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0D2547"/>
                </a:solidFill>
                <a:latin typeface="Noto Sans Symbols"/>
              </a:rPr>
              <a:t>¿CMAC ok?</a:t>
            </a:r>
          </a:p>
        </p:txBody>
      </p:sp>
      <p:cxnSp>
        <p:nvCxnSpPr>
          <p:cNvPr id="1586" name="Connector 1585"/>
          <p:cNvCxnSpPr/>
          <p:nvPr/>
        </p:nvCxnSpPr>
        <p:spPr>
          <a:xfrm>
            <a:off x="4114800" y="1801368"/>
            <a:ext cx="2286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7" name="Diamond 1586"/>
          <p:cNvSpPr/>
          <p:nvPr/>
        </p:nvSpPr>
        <p:spPr>
          <a:xfrm>
            <a:off x="6263640" y="1371600"/>
            <a:ext cx="1691640" cy="868680"/>
          </a:xfrm>
          <a:prstGeom prst="diamond">
            <a:avLst/>
          </a:prstGeom>
          <a:solidFill>
            <a:srgbClr val="FFFFFF"/>
          </a:solidFill>
          <a:ln w="1905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0D2547"/>
                </a:solidFill>
                <a:latin typeface="Noto Sans Symbols"/>
              </a:rPr>
              <a:t>¿contador nuevo?</a:t>
            </a:r>
          </a:p>
        </p:txBody>
      </p:sp>
      <p:cxnSp>
        <p:nvCxnSpPr>
          <p:cNvPr id="1588" name="Connector 1587"/>
          <p:cNvCxnSpPr/>
          <p:nvPr/>
        </p:nvCxnSpPr>
        <p:spPr>
          <a:xfrm>
            <a:off x="6035040" y="1801368"/>
            <a:ext cx="2286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9" name="Diamond 1588"/>
          <p:cNvSpPr/>
          <p:nvPr/>
        </p:nvSpPr>
        <p:spPr>
          <a:xfrm>
            <a:off x="8183880" y="1371600"/>
            <a:ext cx="1691640" cy="868680"/>
          </a:xfrm>
          <a:prstGeom prst="diamond">
            <a:avLst/>
          </a:prstGeom>
          <a:solidFill>
            <a:srgbClr val="FFFFFF"/>
          </a:solidFill>
          <a:ln w="1905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18288" bIns="18288"/>
          <a:lstStyle/>
          <a:p>
            <a:pPr algn="ctr"/>
            <a:r>
              <a:rPr sz="950" b="1" i="0">
                <a:solidFill>
                  <a:srgbClr val="0D2547"/>
                </a:solidFill>
                <a:latin typeface="Noto Sans Symbols"/>
              </a:rPr>
              <a:t>¿fresco? −0,5 a 2 s</a:t>
            </a:r>
          </a:p>
        </p:txBody>
      </p:sp>
      <p:cxnSp>
        <p:nvCxnSpPr>
          <p:cNvPr id="1590" name="Connector 1589"/>
          <p:cNvCxnSpPr/>
          <p:nvPr/>
        </p:nvCxnSpPr>
        <p:spPr>
          <a:xfrm>
            <a:off x="7955280" y="1801368"/>
            <a:ext cx="2286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91" name="Connector 1590"/>
          <p:cNvCxnSpPr/>
          <p:nvPr/>
        </p:nvCxnSpPr>
        <p:spPr>
          <a:xfrm>
            <a:off x="3268980" y="2240280"/>
            <a:ext cx="0" cy="365760"/>
          </a:xfrm>
          <a:prstGeom prst="line">
            <a:avLst/>
          </a:prstGeom>
          <a:ln w="15875">
            <a:solidFill>
              <a:srgbClr val="C050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92" name="Connector 1591"/>
          <p:cNvCxnSpPr/>
          <p:nvPr/>
        </p:nvCxnSpPr>
        <p:spPr>
          <a:xfrm>
            <a:off x="5189220" y="2240280"/>
            <a:ext cx="0" cy="365760"/>
          </a:xfrm>
          <a:prstGeom prst="line">
            <a:avLst/>
          </a:prstGeom>
          <a:ln w="15875">
            <a:solidFill>
              <a:srgbClr val="C050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93" name="Connector 1592"/>
          <p:cNvCxnSpPr/>
          <p:nvPr/>
        </p:nvCxnSpPr>
        <p:spPr>
          <a:xfrm>
            <a:off x="7109460" y="2240280"/>
            <a:ext cx="0" cy="365760"/>
          </a:xfrm>
          <a:prstGeom prst="line">
            <a:avLst/>
          </a:prstGeom>
          <a:ln w="15875">
            <a:solidFill>
              <a:srgbClr val="C0504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94" name="Connector 1593"/>
          <p:cNvCxnSpPr/>
          <p:nvPr/>
        </p:nvCxnSpPr>
        <p:spPr>
          <a:xfrm>
            <a:off x="9029700" y="2240280"/>
            <a:ext cx="0" cy="365760"/>
          </a:xfrm>
          <a:prstGeom prst="line">
            <a:avLst/>
          </a:prstGeom>
          <a:ln w="15875">
            <a:solidFill>
              <a:srgbClr val="C050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5" name="Rounded Rectangle 1594"/>
          <p:cNvSpPr/>
          <p:nvPr/>
        </p:nvSpPr>
        <p:spPr>
          <a:xfrm>
            <a:off x="2423160" y="2606040"/>
            <a:ext cx="7406640" cy="411480"/>
          </a:xfrm>
          <a:prstGeom prst="roundRect">
            <a:avLst>
              <a:gd name="adj" fmla="val 20000"/>
            </a:avLst>
          </a:prstGeom>
          <a:solidFill>
            <a:srgbClr val="F8E1E2"/>
          </a:solidFill>
          <a:ln w="952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00" b="1" i="0">
                <a:solidFill>
                  <a:srgbClr val="C0504D"/>
                </a:solidFill>
                <a:latin typeface="Noto Sans Symbols"/>
              </a:rPr>
              <a:t>no: descartar y contar (CRC, CMAC, REPETIDO, VIEJO o FUTURO), sin efecto en el estado</a:t>
            </a:r>
          </a:p>
        </p:txBody>
      </p:sp>
      <p:sp>
        <p:nvSpPr>
          <p:cNvPr id="1596" name="Rounded Rectangle 1595"/>
          <p:cNvSpPr/>
          <p:nvPr/>
        </p:nvSpPr>
        <p:spPr>
          <a:xfrm>
            <a:off x="10104120" y="1325880"/>
            <a:ext cx="1600200" cy="960120"/>
          </a:xfrm>
          <a:prstGeom prst="roundRect">
            <a:avLst>
              <a:gd name="adj" fmla="val 12000"/>
            </a:avLst>
          </a:prstGeom>
          <a:solidFill>
            <a:srgbClr val="F3F7FA"/>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0D2547"/>
                </a:solidFill>
                <a:latin typeface="Noto Sans Symbols"/>
              </a:rPr>
              <a:t>plausibilidad contra el ancla</a:t>
            </a:r>
          </a:p>
        </p:txBody>
      </p:sp>
      <p:cxnSp>
        <p:nvCxnSpPr>
          <p:cNvPr id="1597" name="Connector 1596"/>
          <p:cNvCxnSpPr/>
          <p:nvPr/>
        </p:nvCxnSpPr>
        <p:spPr>
          <a:xfrm>
            <a:off x="9875520" y="1801368"/>
            <a:ext cx="2286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8" name="TextBox 1597"/>
          <p:cNvSpPr txBox="1"/>
          <p:nvPr/>
        </p:nvSpPr>
        <p:spPr>
          <a:xfrm>
            <a:off x="9829800" y="1463040"/>
            <a:ext cx="320040" cy="274320"/>
          </a:xfrm>
          <a:prstGeom prst="rect">
            <a:avLst/>
          </a:prstGeom>
          <a:noFill/>
        </p:spPr>
        <p:txBody>
          <a:bodyPr wrap="square" anchor="t" lIns="36576" rIns="36576" tIns="36576" bIns="36576">
            <a:spAutoFit/>
          </a:bodyPr>
          <a:lstStyle/>
          <a:p>
            <a:pPr algn="l"/>
            <a:r>
              <a:rPr sz="950" b="1" i="0">
                <a:solidFill>
                  <a:srgbClr val="107439"/>
                </a:solidFill>
                <a:latin typeface="Noto Sans Symbols"/>
              </a:rPr>
              <a:t>sí</a:t>
            </a:r>
          </a:p>
        </p:txBody>
      </p:sp>
      <p:sp>
        <p:nvSpPr>
          <p:cNvPr id="1599" name="TextBox 1598"/>
          <p:cNvSpPr txBox="1"/>
          <p:nvPr/>
        </p:nvSpPr>
        <p:spPr>
          <a:xfrm>
            <a:off x="10012680" y="2331720"/>
            <a:ext cx="1737360" cy="731520"/>
          </a:xfrm>
          <a:prstGeom prst="rect">
            <a:avLst/>
          </a:prstGeom>
          <a:noFill/>
        </p:spPr>
        <p:txBody>
          <a:bodyPr wrap="square" anchor="t" lIns="36576" rIns="36576" tIns="36576" bIns="36576">
            <a:spAutoFit/>
          </a:bodyPr>
          <a:lstStyle/>
          <a:p>
            <a:pPr algn="ctr"/>
            <a:r>
              <a:rPr sz="900" b="1" i="0">
                <a:solidFill>
                  <a:srgbClr val="E8710A"/>
                </a:solidFill>
                <a:latin typeface="Noto Sans Symbols"/>
              </a:rPr>
              <a:t>si no cumple: dato inconsistente y NO SEGURO</a:t>
            </a:r>
          </a:p>
        </p:txBody>
      </p:sp>
      <p:cxnSp>
        <p:nvCxnSpPr>
          <p:cNvPr id="1600" name="Connector 1599"/>
          <p:cNvCxnSpPr/>
          <p:nvPr/>
        </p:nvCxnSpPr>
        <p:spPr>
          <a:xfrm>
            <a:off x="10899648" y="3063240"/>
            <a:ext cx="0" cy="36576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1" name="Rounded Rectangle 1600"/>
          <p:cNvSpPr/>
          <p:nvPr/>
        </p:nvSpPr>
        <p:spPr>
          <a:xfrm>
            <a:off x="502920" y="3429000"/>
            <a:ext cx="11201400" cy="2834640"/>
          </a:xfrm>
          <a:prstGeom prst="roundRect">
            <a:avLst>
              <a:gd name="adj" fmla="val 4000"/>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2" name="TextBox 1601"/>
          <p:cNvSpPr txBox="1"/>
          <p:nvPr/>
        </p:nvSpPr>
        <p:spPr>
          <a:xfrm>
            <a:off x="685800" y="3493008"/>
            <a:ext cx="5486400" cy="365760"/>
          </a:xfrm>
          <a:prstGeom prst="rect">
            <a:avLst/>
          </a:prstGeom>
          <a:noFill/>
        </p:spPr>
        <p:txBody>
          <a:bodyPr wrap="square" anchor="t" lIns="36576" rIns="36576" tIns="36576" bIns="36576">
            <a:spAutoFit/>
          </a:bodyPr>
          <a:lstStyle/>
          <a:p>
            <a:pPr algn="l"/>
            <a:r>
              <a:rPr sz="1400" b="0" i="0">
                <a:solidFill>
                  <a:srgbClr val="0D2547"/>
                </a:solidFill>
                <a:latin typeface="Impact"/>
              </a:rPr>
              <a:t>TAREA DE DECISIÓN · CADA 50 ms</a:t>
            </a:r>
          </a:p>
        </p:txBody>
      </p:sp>
      <p:sp>
        <p:nvSpPr>
          <p:cNvPr id="1603" name="Rounded Rectangle 1602"/>
          <p:cNvSpPr/>
          <p:nvPr/>
        </p:nvSpPr>
        <p:spPr>
          <a:xfrm>
            <a:off x="777240" y="3977639"/>
            <a:ext cx="3200400" cy="777240"/>
          </a:xfrm>
          <a:prstGeom prst="roundRect">
            <a:avLst>
              <a:gd name="adj" fmla="val 12000"/>
            </a:avLst>
          </a:prstGeom>
          <a:solidFill>
            <a:srgbClr val="FFFFFF"/>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107439"/>
                </a:solidFill>
                <a:latin typeface="Noto Sans Symbols"/>
              </a:rPr>
              <a:t>1. </a:t>
            </a:r>
            <a:r>
              <a:rPr sz="1050" b="1" i="0">
                <a:solidFill>
                  <a:srgbClr val="0D2547"/>
                </a:solidFill>
                <a:latin typeface="Noto Sans Symbols"/>
              </a:rPr>
              <a:t>incorporar beacons válidos</a:t>
            </a:r>
          </a:p>
        </p:txBody>
      </p:sp>
      <p:sp>
        <p:nvSpPr>
          <p:cNvPr id="1604" name="Rounded Rectangle 1603"/>
          <p:cNvSpPr/>
          <p:nvPr/>
        </p:nvSpPr>
        <p:spPr>
          <a:xfrm>
            <a:off x="4434840" y="3977639"/>
            <a:ext cx="3200400" cy="777240"/>
          </a:xfrm>
          <a:prstGeom prst="roundRect">
            <a:avLst>
              <a:gd name="adj" fmla="val 12000"/>
            </a:avLst>
          </a:prstGeom>
          <a:solidFill>
            <a:srgbClr val="FFFFFF"/>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107439"/>
                </a:solidFill>
                <a:latin typeface="Noto Sans Symbols"/>
              </a:rPr>
              <a:t>2. </a:t>
            </a:r>
            <a:r>
              <a:rPr sz="1050" b="1" i="0">
                <a:solidFill>
                  <a:srgbClr val="0D2547"/>
                </a:solidFill>
                <a:latin typeface="Noto Sans Symbols"/>
              </a:rPr>
              <a:t>tiempo GPS propio y referencia del cruce</a:t>
            </a:r>
          </a:p>
        </p:txBody>
      </p:sp>
      <p:sp>
        <p:nvSpPr>
          <p:cNvPr id="1605" name="Rounded Rectangle 1604"/>
          <p:cNvSpPr/>
          <p:nvPr/>
        </p:nvSpPr>
        <p:spPr>
          <a:xfrm>
            <a:off x="8092440" y="3977639"/>
            <a:ext cx="3200400" cy="777240"/>
          </a:xfrm>
          <a:prstGeom prst="roundRect">
            <a:avLst>
              <a:gd name="adj" fmla="val 12000"/>
            </a:avLst>
          </a:prstGeom>
          <a:solidFill>
            <a:srgbClr val="FFFFFF"/>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107439"/>
                </a:solidFill>
                <a:latin typeface="Noto Sans Symbols"/>
              </a:rPr>
              <a:t>3. </a:t>
            </a:r>
            <a:r>
              <a:rPr sz="1050" b="1" i="0">
                <a:solidFill>
                  <a:srgbClr val="0D2547"/>
                </a:solidFill>
                <a:latin typeface="Noto Sans Symbols"/>
              </a:rPr>
              <a:t>circuito de vía: si hay flanco, atribuirlo a un tren</a:t>
            </a:r>
          </a:p>
        </p:txBody>
      </p:sp>
      <p:sp>
        <p:nvSpPr>
          <p:cNvPr id="1606" name="Rounded Rectangle 1605"/>
          <p:cNvSpPr/>
          <p:nvPr/>
        </p:nvSpPr>
        <p:spPr>
          <a:xfrm>
            <a:off x="8092440" y="5074920"/>
            <a:ext cx="3200400" cy="777240"/>
          </a:xfrm>
          <a:prstGeom prst="roundRect">
            <a:avLst>
              <a:gd name="adj" fmla="val 12000"/>
            </a:avLst>
          </a:prstGeom>
          <a:solidFill>
            <a:srgbClr val="FFFFFF"/>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107439"/>
                </a:solidFill>
                <a:latin typeface="Noto Sans Symbols"/>
              </a:rPr>
              <a:t>4. </a:t>
            </a:r>
            <a:r>
              <a:rPr sz="1050" b="1" i="0">
                <a:solidFill>
                  <a:srgbClr val="0D2547"/>
                </a:solidFill>
                <a:latin typeface="Noto Sans Symbols"/>
              </a:rPr>
              <a:t>por tren: posición proyectada y ETA de peor caso</a:t>
            </a:r>
          </a:p>
        </p:txBody>
      </p:sp>
      <p:sp>
        <p:nvSpPr>
          <p:cNvPr id="1607" name="Rounded Rectangle 1606"/>
          <p:cNvSpPr/>
          <p:nvPr/>
        </p:nvSpPr>
        <p:spPr>
          <a:xfrm>
            <a:off x="4434840" y="5074920"/>
            <a:ext cx="3200400" cy="777240"/>
          </a:xfrm>
          <a:prstGeom prst="roundRect">
            <a:avLst>
              <a:gd name="adj" fmla="val 12000"/>
            </a:avLst>
          </a:prstGeom>
          <a:solidFill>
            <a:srgbClr val="FFFFFF"/>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107439"/>
                </a:solidFill>
                <a:latin typeface="Noto Sans Symbols"/>
              </a:rPr>
              <a:t>5. </a:t>
            </a:r>
            <a:r>
              <a:rPr sz="1050" b="1" i="0">
                <a:solidFill>
                  <a:srgbClr val="0D2547"/>
                </a:solidFill>
                <a:latin typeface="Noto Sans Symbols"/>
              </a:rPr>
              <a:t>NO SEGURO si algún tren o un circuito sin explicar</a:t>
            </a:r>
          </a:p>
        </p:txBody>
      </p:sp>
      <p:sp>
        <p:nvSpPr>
          <p:cNvPr id="1608" name="Rounded Rectangle 1607"/>
          <p:cNvSpPr/>
          <p:nvPr/>
        </p:nvSpPr>
        <p:spPr>
          <a:xfrm>
            <a:off x="777240" y="5074920"/>
            <a:ext cx="3200400" cy="777240"/>
          </a:xfrm>
          <a:prstGeom prst="roundRect">
            <a:avLst>
              <a:gd name="adj" fmla="val 12000"/>
            </a:avLst>
          </a:prstGeom>
          <a:solidFill>
            <a:srgbClr val="FFFFFF"/>
          </a:solidFill>
          <a:ln w="12700">
            <a:solidFill>
              <a:srgbClr val="0D25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050" b="1" i="0">
                <a:solidFill>
                  <a:srgbClr val="107439"/>
                </a:solidFill>
                <a:latin typeface="Noto Sans Symbols"/>
              </a:rPr>
              <a:t>6. </a:t>
            </a:r>
            <a:r>
              <a:rPr sz="1050" b="1" i="0">
                <a:solidFill>
                  <a:srgbClr val="0D2547"/>
                </a:solidFill>
                <a:latin typeface="Noto Sans Symbols"/>
              </a:rPr>
              <a:t>contactos, señal, OTRO TREN, maqueta y registro</a:t>
            </a:r>
          </a:p>
        </p:txBody>
      </p:sp>
      <p:cxnSp>
        <p:nvCxnSpPr>
          <p:cNvPr id="1609" name="Connector 1608"/>
          <p:cNvCxnSpPr/>
          <p:nvPr/>
        </p:nvCxnSpPr>
        <p:spPr>
          <a:xfrm>
            <a:off x="3977639" y="4361688"/>
            <a:ext cx="457201"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0" name="Connector 1609"/>
          <p:cNvCxnSpPr/>
          <p:nvPr/>
        </p:nvCxnSpPr>
        <p:spPr>
          <a:xfrm>
            <a:off x="7635240" y="4361688"/>
            <a:ext cx="4572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1" name="Connector 1610"/>
          <p:cNvCxnSpPr/>
          <p:nvPr/>
        </p:nvCxnSpPr>
        <p:spPr>
          <a:xfrm>
            <a:off x="9692640" y="4754880"/>
            <a:ext cx="0" cy="32004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2" name="Connector 1611"/>
          <p:cNvCxnSpPr/>
          <p:nvPr/>
        </p:nvCxnSpPr>
        <p:spPr>
          <a:xfrm flipH="1">
            <a:off x="7635240" y="5458968"/>
            <a:ext cx="4572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13" name="Connector 1612"/>
          <p:cNvCxnSpPr/>
          <p:nvPr/>
        </p:nvCxnSpPr>
        <p:spPr>
          <a:xfrm flipH="1">
            <a:off x="3977639" y="5458968"/>
            <a:ext cx="457201"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20</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txBody>
          <a:bodyPr/>
          <a:p/>
        </p:txBody>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SOFTWARE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MÁQUINAS DE ESTADO</a:t>
            </a:r>
            <a:endParaRPr b="0" i="0" sz="2200" u="none" cap="none" strike="noStrike">
              <a:solidFill>
                <a:srgbClr val="14C99A"/>
              </a:solidFill>
              <a:latin typeface="Arial"/>
              <a:ea typeface="Arial"/>
              <a:cs typeface="Arial"/>
              <a:sym typeface="Arial"/>
            </a:endParaRPr>
          </a:p>
        </p:txBody>
      </p:sp>
      <p:sp>
        <p:nvSpPr>
          <p:cNvPr id="1582" name="Rounded Rectangle 1581"/>
          <p:cNvSpPr/>
          <p:nvPr/>
        </p:nvSpPr>
        <p:spPr>
          <a:xfrm>
            <a:off x="640080" y="1463040"/>
            <a:ext cx="2011680" cy="685800"/>
          </a:xfrm>
          <a:prstGeom prst="roundRect">
            <a:avLst>
              <a:gd name="adj" fmla="val 30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INICIANDO</a:t>
            </a:r>
          </a:p>
        </p:txBody>
      </p:sp>
      <p:sp>
        <p:nvSpPr>
          <p:cNvPr id="1583" name="Rounded Rectangle 1582"/>
          <p:cNvSpPr/>
          <p:nvPr/>
        </p:nvSpPr>
        <p:spPr>
          <a:xfrm>
            <a:off x="640080" y="3291840"/>
            <a:ext cx="2011680" cy="685800"/>
          </a:xfrm>
          <a:prstGeom prst="roundRect">
            <a:avLst>
              <a:gd name="adj" fmla="val 30000"/>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APAGADO</a:t>
            </a:r>
          </a:p>
        </p:txBody>
      </p:sp>
      <p:sp>
        <p:nvSpPr>
          <p:cNvPr id="1584" name="Rounded Rectangle 1583"/>
          <p:cNvSpPr/>
          <p:nvPr/>
        </p:nvSpPr>
        <p:spPr>
          <a:xfrm>
            <a:off x="3566160" y="3291840"/>
            <a:ext cx="2011680" cy="685800"/>
          </a:xfrm>
          <a:prstGeom prst="roundRect">
            <a:avLst>
              <a:gd name="adj" fmla="val 30000"/>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NO SEGURO</a:t>
            </a:r>
          </a:p>
        </p:txBody>
      </p:sp>
      <p:sp>
        <p:nvSpPr>
          <p:cNvPr id="1585" name="Rounded Rectangle 1584"/>
          <p:cNvSpPr/>
          <p:nvPr/>
        </p:nvSpPr>
        <p:spPr>
          <a:xfrm>
            <a:off x="2103120" y="5212080"/>
            <a:ext cx="2011680" cy="685800"/>
          </a:xfrm>
          <a:prstGeom prst="roundRect">
            <a:avLst>
              <a:gd name="adj" fmla="val 30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FALLA</a:t>
            </a:r>
          </a:p>
        </p:txBody>
      </p:sp>
      <p:cxnSp>
        <p:nvCxnSpPr>
          <p:cNvPr id="1586" name="Connector 1585"/>
          <p:cNvCxnSpPr/>
          <p:nvPr/>
        </p:nvCxnSpPr>
        <p:spPr>
          <a:xfrm>
            <a:off x="1645920" y="2148840"/>
            <a:ext cx="0" cy="11430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7" name="TextBox 1586"/>
          <p:cNvSpPr txBox="1"/>
          <p:nvPr/>
        </p:nvSpPr>
        <p:spPr>
          <a:xfrm>
            <a:off x="1737360" y="2514600"/>
            <a:ext cx="1463040" cy="365760"/>
          </a:xfrm>
          <a:prstGeom prst="rect">
            <a:avLst/>
          </a:prstGeom>
          <a:noFill/>
        </p:spPr>
        <p:txBody>
          <a:bodyPr wrap="square" anchor="t" lIns="36576" rIns="36576" tIns="36576" bIns="36576">
            <a:spAutoFit/>
          </a:bodyPr>
          <a:lstStyle/>
          <a:p>
            <a:pPr algn="l"/>
            <a:r>
              <a:rPr sz="1000" b="0" i="0">
                <a:solidFill>
                  <a:srgbClr val="5F6B7A"/>
                </a:solidFill>
                <a:latin typeface="Noto Sans Symbols"/>
              </a:rPr>
              <a:t>3 s</a:t>
            </a:r>
          </a:p>
        </p:txBody>
      </p:sp>
      <p:cxnSp>
        <p:nvCxnSpPr>
          <p:cNvPr id="1588" name="Connector 1587"/>
          <p:cNvCxnSpPr/>
          <p:nvPr/>
        </p:nvCxnSpPr>
        <p:spPr>
          <a:xfrm>
            <a:off x="2651760" y="3474720"/>
            <a:ext cx="914400" cy="0"/>
          </a:xfrm>
          <a:prstGeom prst="line">
            <a:avLst/>
          </a:prstGeom>
          <a:ln w="15875">
            <a:solidFill>
              <a:srgbClr val="E30D0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89" name="Connector 1588"/>
          <p:cNvCxnSpPr/>
          <p:nvPr/>
        </p:nvCxnSpPr>
        <p:spPr>
          <a:xfrm flipH="1">
            <a:off x="2651760" y="3794760"/>
            <a:ext cx="914400" cy="0"/>
          </a:xfrm>
          <a:prstGeom prst="line">
            <a:avLst/>
          </a:prstGeom>
          <a:ln w="15875">
            <a:solidFill>
              <a:srgbClr val="10743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0" name="TextBox 1589"/>
          <p:cNvSpPr txBox="1"/>
          <p:nvPr/>
        </p:nvSpPr>
        <p:spPr>
          <a:xfrm>
            <a:off x="2331720" y="2880360"/>
            <a:ext cx="1828800" cy="548640"/>
          </a:xfrm>
          <a:prstGeom prst="rect">
            <a:avLst/>
          </a:prstGeom>
          <a:noFill/>
        </p:spPr>
        <p:txBody>
          <a:bodyPr wrap="square" anchor="t" lIns="36576" rIns="36576" tIns="36576" bIns="36576">
            <a:spAutoFit/>
          </a:bodyPr>
          <a:lstStyle/>
          <a:p>
            <a:pPr algn="ctr"/>
            <a:r>
              <a:rPr sz="900" b="0" i="0">
                <a:solidFill>
                  <a:srgbClr val="E30D0E"/>
                </a:solidFill>
                <a:latin typeface="Noto Sans Symbols"/>
              </a:rPr>
              <a:t>algún tren en peligro o circuito sin explicar</a:t>
            </a:r>
          </a:p>
        </p:txBody>
      </p:sp>
      <p:sp>
        <p:nvSpPr>
          <p:cNvPr id="1591" name="TextBox 1590"/>
          <p:cNvSpPr txBox="1"/>
          <p:nvPr/>
        </p:nvSpPr>
        <p:spPr>
          <a:xfrm>
            <a:off x="2240280" y="4041648"/>
            <a:ext cx="2011680" cy="548640"/>
          </a:xfrm>
          <a:prstGeom prst="rect">
            <a:avLst/>
          </a:prstGeom>
          <a:noFill/>
        </p:spPr>
        <p:txBody>
          <a:bodyPr wrap="square" anchor="t" lIns="36576" rIns="36576" tIns="36576" bIns="36576">
            <a:spAutoFit/>
          </a:bodyPr>
          <a:lstStyle/>
          <a:p>
            <a:pPr algn="ctr"/>
            <a:r>
              <a:rPr sz="900" b="0" i="0">
                <a:solidFill>
                  <a:srgbClr val="107439"/>
                </a:solidFill>
                <a:latin typeface="Noto Sans Symbols"/>
              </a:rPr>
              <a:t>nada en peligro durante 3 s (ETA &gt; 40 s si se acerca), o la cola pasó</a:t>
            </a:r>
          </a:p>
        </p:txBody>
      </p:sp>
      <p:cxnSp>
        <p:nvCxnSpPr>
          <p:cNvPr id="1592" name="Connector 1591"/>
          <p:cNvCxnSpPr/>
          <p:nvPr/>
        </p:nvCxnSpPr>
        <p:spPr>
          <a:xfrm>
            <a:off x="1645920" y="3977639"/>
            <a:ext cx="914400" cy="1234441"/>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93" name="Connector 1592"/>
          <p:cNvCxnSpPr/>
          <p:nvPr/>
        </p:nvCxnSpPr>
        <p:spPr>
          <a:xfrm flipH="1">
            <a:off x="3657600" y="3977639"/>
            <a:ext cx="914400" cy="1234441"/>
          </a:xfrm>
          <a:prstGeom prst="line">
            <a:avLst/>
          </a:prstGeom>
          <a:ln w="15875">
            <a:solidFill>
              <a:srgbClr val="E871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94" name="TextBox 1593"/>
          <p:cNvSpPr txBox="1"/>
          <p:nvPr/>
        </p:nvSpPr>
        <p:spPr>
          <a:xfrm>
            <a:off x="365760" y="4617720"/>
            <a:ext cx="1828800" cy="548640"/>
          </a:xfrm>
          <a:prstGeom prst="rect">
            <a:avLst/>
          </a:prstGeom>
          <a:noFill/>
        </p:spPr>
        <p:txBody>
          <a:bodyPr wrap="square" anchor="t" lIns="36576" rIns="36576" tIns="36576" bIns="36576">
            <a:spAutoFit/>
          </a:bodyPr>
          <a:lstStyle/>
          <a:p>
            <a:pPr algn="l"/>
            <a:r>
              <a:rPr sz="900" b="0" i="0">
                <a:solidFill>
                  <a:srgbClr val="E8710A"/>
                </a:solidFill>
                <a:latin typeface="Noto Sans Symbols"/>
              </a:rPr>
              <a:t>sin radio, sin tiempo GPS o sin posición</a:t>
            </a:r>
          </a:p>
        </p:txBody>
      </p:sp>
      <p:sp>
        <p:nvSpPr>
          <p:cNvPr id="1595" name="TextBox 1594"/>
          <p:cNvSpPr txBox="1"/>
          <p:nvPr/>
        </p:nvSpPr>
        <p:spPr>
          <a:xfrm>
            <a:off x="4206240" y="5943600"/>
            <a:ext cx="2011680" cy="365760"/>
          </a:xfrm>
          <a:prstGeom prst="rect">
            <a:avLst/>
          </a:prstGeom>
          <a:noFill/>
        </p:spPr>
        <p:txBody>
          <a:bodyPr wrap="square" anchor="t" lIns="36576" rIns="36576" tIns="36576" bIns="36576">
            <a:spAutoFit/>
          </a:bodyPr>
          <a:lstStyle/>
          <a:p>
            <a:pPr algn="l"/>
            <a:r>
              <a:rPr sz="900" b="1" i="0">
                <a:solidFill>
                  <a:srgbClr val="E8710A"/>
                </a:solidFill>
                <a:latin typeface="Noto Sans Symbols"/>
              </a:rPr>
              <a:t>FALLA: PANDA no operativo</a:t>
            </a:r>
          </a:p>
        </p:txBody>
      </p:sp>
      <p:cxnSp>
        <p:nvCxnSpPr>
          <p:cNvPr id="1596" name="Connector 1595"/>
          <p:cNvCxnSpPr/>
          <p:nvPr/>
        </p:nvCxnSpPr>
        <p:spPr>
          <a:xfrm>
            <a:off x="6080760" y="1371600"/>
            <a:ext cx="0" cy="4892040"/>
          </a:xfrm>
          <a:prstGeom prst="line">
            <a:avLst/>
          </a:prstGeom>
          <a:ln w="12700">
            <a:solidFill>
              <a:srgbClr val="C9D3DF"/>
            </a:solidFill>
          </a:ln>
        </p:spPr>
        <p:style>
          <a:lnRef idx="2">
            <a:schemeClr val="accent1"/>
          </a:lnRef>
          <a:fillRef idx="0">
            <a:schemeClr val="accent1"/>
          </a:fillRef>
          <a:effectRef idx="1">
            <a:schemeClr val="accent1"/>
          </a:effectRef>
          <a:fontRef idx="minor">
            <a:schemeClr val="tx1"/>
          </a:fontRef>
        </p:style>
      </p:cxnSp>
      <p:sp>
        <p:nvSpPr>
          <p:cNvPr id="1597" name="Rounded Rectangle 1596"/>
          <p:cNvSpPr/>
          <p:nvPr/>
        </p:nvSpPr>
        <p:spPr>
          <a:xfrm>
            <a:off x="6400800" y="1463040"/>
            <a:ext cx="2103120" cy="685800"/>
          </a:xfrm>
          <a:prstGeom prst="roundRect">
            <a:avLst>
              <a:gd name="adj" fmla="val 30000"/>
            </a:avLst>
          </a:prstGeom>
          <a:solidFill>
            <a:srgbClr val="10743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ARRIBA</a:t>
            </a:r>
          </a:p>
        </p:txBody>
      </p:sp>
      <p:sp>
        <p:nvSpPr>
          <p:cNvPr id="1598" name="Rounded Rectangle 1597"/>
          <p:cNvSpPr/>
          <p:nvPr/>
        </p:nvSpPr>
        <p:spPr>
          <a:xfrm>
            <a:off x="9418320" y="1463040"/>
            <a:ext cx="2103120" cy="685800"/>
          </a:xfrm>
          <a:prstGeom prst="roundRect">
            <a:avLst>
              <a:gd name="adj" fmla="val 30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FONO</a:t>
            </a:r>
          </a:p>
        </p:txBody>
      </p:sp>
      <p:sp>
        <p:nvSpPr>
          <p:cNvPr id="1599" name="Rounded Rectangle 1598"/>
          <p:cNvSpPr/>
          <p:nvPr/>
        </p:nvSpPr>
        <p:spPr>
          <a:xfrm>
            <a:off x="9418320" y="3291840"/>
            <a:ext cx="2103120" cy="685800"/>
          </a:xfrm>
          <a:prstGeom prst="roundRect">
            <a:avLst>
              <a:gd name="adj" fmla="val 30000"/>
            </a:avLst>
          </a:prstGeom>
          <a:solidFill>
            <a:srgbClr val="351C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BAJANDO</a:t>
            </a:r>
          </a:p>
        </p:txBody>
      </p:sp>
      <p:sp>
        <p:nvSpPr>
          <p:cNvPr id="1600" name="Rounded Rectangle 1599"/>
          <p:cNvSpPr/>
          <p:nvPr/>
        </p:nvSpPr>
        <p:spPr>
          <a:xfrm>
            <a:off x="9418320" y="5120640"/>
            <a:ext cx="2103120" cy="685800"/>
          </a:xfrm>
          <a:prstGeom prst="roundRect">
            <a:avLst>
              <a:gd name="adj" fmla="val 30000"/>
            </a:avLst>
          </a:prstGeom>
          <a:solidFill>
            <a:srgbClr val="E30D0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ABAJO</a:t>
            </a:r>
          </a:p>
        </p:txBody>
      </p:sp>
      <p:sp>
        <p:nvSpPr>
          <p:cNvPr id="1601" name="Rounded Rectangle 1600"/>
          <p:cNvSpPr/>
          <p:nvPr/>
        </p:nvSpPr>
        <p:spPr>
          <a:xfrm>
            <a:off x="6400800" y="5120640"/>
            <a:ext cx="2103120" cy="685800"/>
          </a:xfrm>
          <a:prstGeom prst="roundRect">
            <a:avLst>
              <a:gd name="adj" fmla="val 30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300" b="1" i="0">
                <a:solidFill>
                  <a:srgbClr val="FFFFFF"/>
                </a:solidFill>
                <a:latin typeface="Noto Sans Symbols"/>
              </a:rPr>
              <a:t>SUBIENDO</a:t>
            </a:r>
          </a:p>
        </p:txBody>
      </p:sp>
      <p:cxnSp>
        <p:nvCxnSpPr>
          <p:cNvPr id="1602" name="Connector 1601"/>
          <p:cNvCxnSpPr/>
          <p:nvPr/>
        </p:nvCxnSpPr>
        <p:spPr>
          <a:xfrm>
            <a:off x="8503920" y="1691640"/>
            <a:ext cx="9144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3" name="TextBox 1602"/>
          <p:cNvSpPr txBox="1"/>
          <p:nvPr/>
        </p:nvSpPr>
        <p:spPr>
          <a:xfrm>
            <a:off x="8412480" y="1280160"/>
            <a:ext cx="1097280" cy="320040"/>
          </a:xfrm>
          <a:prstGeom prst="rect">
            <a:avLst/>
          </a:prstGeom>
          <a:noFill/>
        </p:spPr>
        <p:txBody>
          <a:bodyPr wrap="square" anchor="t" lIns="36576" rIns="36576" tIns="36576" bIns="36576">
            <a:spAutoFit/>
          </a:bodyPr>
          <a:lstStyle/>
          <a:p>
            <a:pPr algn="ctr"/>
            <a:r>
              <a:rPr sz="900" b="0" i="0">
                <a:solidFill>
                  <a:srgbClr val="0D2547"/>
                </a:solidFill>
                <a:latin typeface="Noto Sans Symbols"/>
              </a:rPr>
              <a:t>pedido</a:t>
            </a:r>
          </a:p>
        </p:txBody>
      </p:sp>
      <p:cxnSp>
        <p:nvCxnSpPr>
          <p:cNvPr id="1604" name="Connector 1603"/>
          <p:cNvCxnSpPr/>
          <p:nvPr/>
        </p:nvCxnSpPr>
        <p:spPr>
          <a:xfrm flipH="1">
            <a:off x="8503920" y="2011680"/>
            <a:ext cx="914400" cy="0"/>
          </a:xfrm>
          <a:prstGeom prst="line">
            <a:avLst/>
          </a:prstGeom>
          <a:ln w="15875">
            <a:solidFill>
              <a:srgbClr val="5F6B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5" name="TextBox 1604"/>
          <p:cNvSpPr txBox="1"/>
          <p:nvPr/>
        </p:nvSpPr>
        <p:spPr>
          <a:xfrm>
            <a:off x="8412480" y="2057400"/>
            <a:ext cx="1097280" cy="320040"/>
          </a:xfrm>
          <a:prstGeom prst="rect">
            <a:avLst/>
          </a:prstGeom>
          <a:noFill/>
        </p:spPr>
        <p:txBody>
          <a:bodyPr wrap="square" anchor="t" lIns="36576" rIns="36576" tIns="36576" bIns="36576">
            <a:spAutoFit/>
          </a:bodyPr>
          <a:lstStyle/>
          <a:p>
            <a:pPr algn="ctr"/>
            <a:r>
              <a:rPr sz="900" b="0" i="0">
                <a:solidFill>
                  <a:srgbClr val="5F6B7A"/>
                </a:solidFill>
                <a:latin typeface="Noto Sans Symbols"/>
              </a:rPr>
              <a:t>sin pedido</a:t>
            </a:r>
          </a:p>
        </p:txBody>
      </p:sp>
      <p:cxnSp>
        <p:nvCxnSpPr>
          <p:cNvPr id="1606" name="Connector 1605"/>
          <p:cNvCxnSpPr/>
          <p:nvPr/>
        </p:nvCxnSpPr>
        <p:spPr>
          <a:xfrm>
            <a:off x="10469880" y="2148840"/>
            <a:ext cx="0" cy="11430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7" name="TextBox 1606"/>
          <p:cNvSpPr txBox="1"/>
          <p:nvPr/>
        </p:nvSpPr>
        <p:spPr>
          <a:xfrm>
            <a:off x="10561320" y="2514600"/>
            <a:ext cx="1188720" cy="457200"/>
          </a:xfrm>
          <a:prstGeom prst="rect">
            <a:avLst/>
          </a:prstGeom>
          <a:noFill/>
        </p:spPr>
        <p:txBody>
          <a:bodyPr wrap="square" anchor="t" lIns="36576" rIns="36576" tIns="36576" bIns="36576">
            <a:spAutoFit/>
          </a:bodyPr>
          <a:lstStyle/>
          <a:p>
            <a:pPr algn="l"/>
            <a:r>
              <a:rPr sz="900" b="0" i="0">
                <a:solidFill>
                  <a:srgbClr val="0D2547"/>
                </a:solidFill>
                <a:latin typeface="Noto Sans Symbols"/>
              </a:rPr>
              <a:t>7 s de luces y campana</a:t>
            </a:r>
          </a:p>
        </p:txBody>
      </p:sp>
      <p:cxnSp>
        <p:nvCxnSpPr>
          <p:cNvPr id="1608" name="Connector 1607"/>
          <p:cNvCxnSpPr/>
          <p:nvPr/>
        </p:nvCxnSpPr>
        <p:spPr>
          <a:xfrm>
            <a:off x="10469880" y="3977639"/>
            <a:ext cx="0" cy="1143001"/>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09" name="TextBox 1608"/>
          <p:cNvSpPr txBox="1"/>
          <p:nvPr/>
        </p:nvSpPr>
        <p:spPr>
          <a:xfrm>
            <a:off x="10561320" y="4343400"/>
            <a:ext cx="1188720" cy="457200"/>
          </a:xfrm>
          <a:prstGeom prst="rect">
            <a:avLst/>
          </a:prstGeom>
          <a:noFill/>
        </p:spPr>
        <p:txBody>
          <a:bodyPr wrap="square" anchor="t" lIns="36576" rIns="36576" tIns="36576" bIns="36576">
            <a:spAutoFit/>
          </a:bodyPr>
          <a:lstStyle/>
          <a:p>
            <a:pPr algn="l"/>
            <a:r>
              <a:rPr sz="900" b="0" i="0">
                <a:solidFill>
                  <a:srgbClr val="0D2547"/>
                </a:solidFill>
                <a:latin typeface="Noto Sans Symbols"/>
              </a:rPr>
              <a:t>6 s, brazo abajo</a:t>
            </a:r>
          </a:p>
        </p:txBody>
      </p:sp>
      <p:cxnSp>
        <p:nvCxnSpPr>
          <p:cNvPr id="1610" name="Connector 1609"/>
          <p:cNvCxnSpPr/>
          <p:nvPr/>
        </p:nvCxnSpPr>
        <p:spPr>
          <a:xfrm flipH="1">
            <a:off x="8503920" y="5440680"/>
            <a:ext cx="914400" cy="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1" name="TextBox 1610"/>
          <p:cNvSpPr txBox="1"/>
          <p:nvPr/>
        </p:nvSpPr>
        <p:spPr>
          <a:xfrm>
            <a:off x="8458200" y="5486400"/>
            <a:ext cx="1005840" cy="457200"/>
          </a:xfrm>
          <a:prstGeom prst="rect">
            <a:avLst/>
          </a:prstGeom>
          <a:noFill/>
        </p:spPr>
        <p:txBody>
          <a:bodyPr wrap="square" anchor="t" lIns="36576" rIns="36576" tIns="36576" bIns="36576">
            <a:spAutoFit/>
          </a:bodyPr>
          <a:lstStyle/>
          <a:p>
            <a:pPr algn="ctr"/>
            <a:r>
              <a:rPr sz="900" b="0" i="0">
                <a:solidFill>
                  <a:srgbClr val="0D2547"/>
                </a:solidFill>
                <a:latin typeface="Noto Sans Symbols"/>
              </a:rPr>
              <a:t>sin pedido</a:t>
            </a:r>
          </a:p>
        </p:txBody>
      </p:sp>
      <p:cxnSp>
        <p:nvCxnSpPr>
          <p:cNvPr id="1612" name="Connector 1611"/>
          <p:cNvCxnSpPr/>
          <p:nvPr/>
        </p:nvCxnSpPr>
        <p:spPr>
          <a:xfrm flipV="1">
            <a:off x="7452360" y="2148840"/>
            <a:ext cx="0" cy="2971800"/>
          </a:xfrm>
          <a:prstGeom prst="line">
            <a:avLst/>
          </a:prstGeom>
          <a:ln w="15875">
            <a:solidFill>
              <a:srgbClr val="0D2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3" name="TextBox 1612"/>
          <p:cNvSpPr txBox="1"/>
          <p:nvPr/>
        </p:nvSpPr>
        <p:spPr>
          <a:xfrm>
            <a:off x="6492240" y="3291840"/>
            <a:ext cx="914400" cy="457200"/>
          </a:xfrm>
          <a:prstGeom prst="rect">
            <a:avLst/>
          </a:prstGeom>
          <a:noFill/>
        </p:spPr>
        <p:txBody>
          <a:bodyPr wrap="square" anchor="t" lIns="36576" rIns="36576" tIns="36576" bIns="36576">
            <a:spAutoFit/>
          </a:bodyPr>
          <a:lstStyle/>
          <a:p>
            <a:pPr algn="r"/>
            <a:r>
              <a:rPr sz="900" b="0" i="0">
                <a:solidFill>
                  <a:srgbClr val="0D2547"/>
                </a:solidFill>
                <a:latin typeface="Noto Sans Symbols"/>
              </a:rPr>
              <a:t>3 s</a:t>
            </a:r>
          </a:p>
        </p:txBody>
      </p:sp>
      <p:cxnSp>
        <p:nvCxnSpPr>
          <p:cNvPr id="1614" name="Connector 1613"/>
          <p:cNvCxnSpPr/>
          <p:nvPr/>
        </p:nvCxnSpPr>
        <p:spPr>
          <a:xfrm flipV="1">
            <a:off x="8229600" y="3977639"/>
            <a:ext cx="1463040" cy="1143001"/>
          </a:xfrm>
          <a:prstGeom prst="line">
            <a:avLst/>
          </a:prstGeom>
          <a:ln w="15875">
            <a:solidFill>
              <a:srgbClr val="E30D0E"/>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15" name="TextBox 1614"/>
          <p:cNvSpPr txBox="1"/>
          <p:nvPr/>
        </p:nvSpPr>
        <p:spPr>
          <a:xfrm>
            <a:off x="7818120" y="4023360"/>
            <a:ext cx="1463040" cy="548640"/>
          </a:xfrm>
          <a:prstGeom prst="rect">
            <a:avLst/>
          </a:prstGeom>
          <a:noFill/>
        </p:spPr>
        <p:txBody>
          <a:bodyPr wrap="square" anchor="t" lIns="36576" rIns="36576" tIns="36576" bIns="36576">
            <a:spAutoFit/>
          </a:bodyPr>
          <a:lstStyle/>
          <a:p>
            <a:pPr algn="l"/>
            <a:r>
              <a:rPr sz="900" b="1" i="0">
                <a:solidFill>
                  <a:srgbClr val="E30D0E"/>
                </a:solidFill>
                <a:latin typeface="Noto Sans Symbols"/>
              </a:rPr>
              <a:t>el pedido vuelve: baja ya, con las luces encendidas</a:t>
            </a:r>
          </a:p>
        </p:txBody>
      </p:sp>
      <p:sp>
        <p:nvSpPr>
          <p:cNvPr id="1616" name="TextBox 1615"/>
          <p:cNvSpPr txBox="1"/>
          <p:nvPr/>
        </p:nvSpPr>
        <p:spPr>
          <a:xfrm>
            <a:off x="6400800" y="5943600"/>
            <a:ext cx="5120640" cy="365760"/>
          </a:xfrm>
          <a:prstGeom prst="rect">
            <a:avLst/>
          </a:prstGeom>
          <a:noFill/>
        </p:spPr>
        <p:txBody>
          <a:bodyPr wrap="square" anchor="t" lIns="36576" rIns="36576" tIns="36576" bIns="36576">
            <a:spAutoFit/>
          </a:bodyPr>
          <a:lstStyle/>
          <a:p>
            <a:pPr algn="l"/>
            <a:r>
              <a:rPr sz="950" b="0" i="0">
                <a:solidFill>
                  <a:srgbClr val="5F6B7A"/>
                </a:solidFill>
                <a:latin typeface="Noto Sans Symbols"/>
              </a:rPr>
              <a:t>Luces alternadas cada 0,5 s (SETOP 8.6.5) en todo menos ARRIBA: siguen en la subida (8.6.6).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21</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SOFTWARE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COMPLEJIDAD Y TIEMPOS</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502920" y="1325880"/>
          <a:ext cx="7498078" cy="3657600"/>
        </p:xfrm>
        <a:graphic>
          <a:graphicData uri="http://schemas.openxmlformats.org/drawingml/2006/table">
            <a:tbl>
              <a:tblPr firstRow="0" bandRow="0"/>
              <a:tblGrid>
                <a:gridCol w="2641369"/>
                <a:gridCol w="1618903"/>
                <a:gridCol w="1192876"/>
                <a:gridCol w="2044930"/>
              </a:tblGrid>
              <a:tr h="457200">
                <a:tc>
                  <a:txBody>
                    <a:bodyPr wrap="square"/>
                    <a:lstStyle/>
                    <a:p>
                      <a:pPr algn="ctr"/>
                      <a:r>
                        <a:rPr sz="1100" b="1" i="0">
                          <a:solidFill>
                            <a:srgbClr val="FFFFFF"/>
                          </a:solidFill>
                          <a:latin typeface="Noto Sans Symbols"/>
                        </a:rPr>
                        <a:t>Operación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Cuándo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Complejidad</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Costo por vez</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457200">
                <a:tc>
                  <a:txBody>
                    <a:bodyPr wrap="square"/>
                    <a:lstStyle/>
                    <a:p>
                      <a:pPr algn="l"/>
                      <a:r>
                        <a:rPr sz="1050" b="1" i="0">
                          <a:solidFill>
                            <a:srgbClr val="0D2547"/>
                          </a:solidFill>
                          <a:latin typeface="Noto Sans Symbols"/>
                        </a:rPr>
                        <a:t>Validar un beacon (CRC, CMAC, CTR)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por paquete, hasta 50/s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O(1)</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4 bloques AES con acelerador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l"/>
                      <a:r>
                        <a:rPr sz="1050" b="1" i="0">
                          <a:solidFill>
                            <a:srgbClr val="0D2547"/>
                          </a:solidFill>
                          <a:latin typeface="Noto Sans Symbols"/>
                        </a:rPr>
                        <a:t>Plausibilidad contra el ancla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por beacon válido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O(1)</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forma cerrada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l"/>
                      <a:r>
                        <a:rPr sz="1050" b="1" i="0">
                          <a:solidFill>
                            <a:srgbClr val="0D2547"/>
                          </a:solidFill>
                          <a:latin typeface="Noto Sans Symbols"/>
                        </a:rPr>
                        <a:t>ETA de peor caso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por tren, cada 50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O(1) por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bisección de 30 pasos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l"/>
                      <a:r>
                        <a:rPr sz="1050" b="1" i="0">
                          <a:solidFill>
                            <a:srgbClr val="0D2547"/>
                          </a:solidFill>
                          <a:latin typeface="Noto Sans Symbols"/>
                        </a:rPr>
                        <a:t>Evaluar todos los trenes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20 Hz</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O(N), N ≤ 4</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hasta 120 pasos de bisección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l"/>
                      <a:r>
                        <a:rPr sz="1050" b="1" i="0">
                          <a:solidFill>
                            <a:srgbClr val="0D2547"/>
                          </a:solidFill>
                          <a:latin typeface="Noto Sans Symbols"/>
                        </a:rPr>
                        <a:t>Atribuir el circuito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en cada flanco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una pasada por la tabla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l"/>
                      <a:r>
                        <a:rPr sz="1050" b="1" i="0">
                          <a:solidFill>
                            <a:srgbClr val="0D2547"/>
                          </a:solidFill>
                          <a:latin typeface="Noto Sans Symbols"/>
                        </a:rPr>
                        <a:t>Armar y cifrar el beacon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10 Hz en el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O(1)</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4 bloques AES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457200">
                <a:tc>
                  <a:txBody>
                    <a:bodyPr wrap="square"/>
                    <a:lstStyle/>
                    <a:p>
                      <a:pPr algn="l"/>
                      <a:r>
                        <a:rPr sz="1050" b="1" i="0">
                          <a:solidFill>
                            <a:srgbClr val="0D2547"/>
                          </a:solidFill>
                          <a:latin typeface="Noto Sans Symbols"/>
                        </a:rPr>
                        <a:t>Espera de la ranura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10 Hz en el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O(1)</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1,5 ms de espera activa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583" name="Rounded Rectangle 1582"/>
          <p:cNvSpPr/>
          <p:nvPr/>
        </p:nvSpPr>
        <p:spPr>
          <a:xfrm>
            <a:off x="8275320" y="1325880"/>
            <a:ext cx="3429000" cy="242316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4" name="TextBox 1583"/>
          <p:cNvSpPr txBox="1"/>
          <p:nvPr/>
        </p:nvSpPr>
        <p:spPr>
          <a:xfrm>
            <a:off x="8458200" y="1435607"/>
            <a:ext cx="306324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PRESUPUESTO DE TIEMPO</a:t>
            </a:r>
          </a:p>
        </p:txBody>
      </p:sp>
      <p:cxnSp>
        <p:nvCxnSpPr>
          <p:cNvPr id="1585" name="Connector 1584"/>
          <p:cNvCxnSpPr/>
          <p:nvPr/>
        </p:nvCxnSpPr>
        <p:spPr>
          <a:xfrm>
            <a:off x="8503920" y="1856231"/>
            <a:ext cx="297180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86" name="TextBox 1585"/>
          <p:cNvSpPr txBox="1"/>
          <p:nvPr/>
        </p:nvSpPr>
        <p:spPr>
          <a:xfrm>
            <a:off x="8503920" y="1965960"/>
            <a:ext cx="2971800" cy="1691639"/>
          </a:xfrm>
          <a:prstGeom prst="rect">
            <a:avLst/>
          </a:prstGeom>
          <a:noFill/>
        </p:spPr>
        <p:txBody>
          <a:bodyPr wrap="square" anchor="t" lIns="36576" rIns="36576" tIns="36576" bIns="36576">
            <a:spAutoFit/>
          </a:bodyPr>
          <a:lstStyle/>
          <a:p>
            <a:pPr algn="l">
              <a:spcAft>
                <a:spcPts val="400"/>
              </a:spcAft>
            </a:pPr>
            <a:r>
              <a:rPr sz="1100" b="1" i="0">
                <a:solidFill>
                  <a:srgbClr val="14C99A"/>
                </a:solidFill>
                <a:latin typeface="Noto Sans Symbols"/>
              </a:rPr>
              <a:t>Decisión: </a:t>
            </a:r>
            <a:r>
              <a:rPr sz="1100" b="0" i="0">
                <a:solidFill>
                  <a:srgbClr val="FFFFFF"/>
                </a:solidFill>
                <a:latin typeface="Noto Sans Symbols"/>
              </a:rPr>
              <a:t>cada 50 ms.</a:t>
            </a:r>
          </a:p>
          <a:p>
            <a:pPr algn="l">
              <a:spcAft>
                <a:spcPts val="400"/>
              </a:spcAft>
            </a:pPr>
            <a:r>
              <a:rPr sz="1100" b="1" i="0">
                <a:solidFill>
                  <a:srgbClr val="14C99A"/>
                </a:solidFill>
                <a:latin typeface="Noto Sans Symbols"/>
              </a:rPr>
              <a:t>Vigilante: </a:t>
            </a:r>
            <a:r>
              <a:rPr sz="1100" b="0" i="0">
                <a:solidFill>
                  <a:srgbClr val="FFFFFF"/>
                </a:solidFill>
                <a:latin typeface="Noto Sans Symbols"/>
              </a:rPr>
              <a:t>estado seguro a los 300 ms sin refresco.</a:t>
            </a:r>
          </a:p>
          <a:p>
            <a:pPr algn="l">
              <a:spcAft>
                <a:spcPts val="400"/>
              </a:spcAft>
            </a:pPr>
            <a:r>
              <a:rPr sz="1100" b="1" i="0">
                <a:solidFill>
                  <a:srgbClr val="14C99A"/>
                </a:solidFill>
                <a:latin typeface="Noto Sans Symbols"/>
              </a:rPr>
              <a:t>Watchdog de tareas: </a:t>
            </a:r>
            <a:r>
              <a:rPr sz="1100" b="0" i="0">
                <a:solidFill>
                  <a:srgbClr val="FFFFFF"/>
                </a:solidFill>
                <a:latin typeface="Noto Sans Symbols"/>
              </a:rPr>
              <a:t>reinicio a los 5 s.</a:t>
            </a:r>
          </a:p>
          <a:p>
            <a:pPr algn="l">
              <a:spcAft>
                <a:spcPts val="400"/>
              </a:spcAft>
            </a:pPr>
            <a:r>
              <a:rPr sz="1100" b="1" i="0">
                <a:solidFill>
                  <a:srgbClr val="14C99A"/>
                </a:solidFill>
                <a:latin typeface="Noto Sans Symbols"/>
              </a:rPr>
              <a:t>E-10: </a:t>
            </a:r>
            <a:r>
              <a:rPr sz="1100" b="0" i="0">
                <a:solidFill>
                  <a:srgbClr val="FFFFFF"/>
                </a:solidFill>
                <a:latin typeface="Noto Sans Symbols"/>
              </a:rPr>
              <a:t>alerta en 500 ms o menos.</a:t>
            </a:r>
          </a:p>
        </p:txBody>
      </p:sp>
      <p:sp>
        <p:nvSpPr>
          <p:cNvPr id="1587" name="Rounded Rectangle 1586"/>
          <p:cNvSpPr/>
          <p:nvPr/>
        </p:nvSpPr>
        <p:spPr>
          <a:xfrm>
            <a:off x="8275320" y="3931920"/>
            <a:ext cx="3429000" cy="233172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88" name="TextBox 1587"/>
          <p:cNvSpPr txBox="1"/>
          <p:nvPr/>
        </p:nvSpPr>
        <p:spPr>
          <a:xfrm>
            <a:off x="8458200" y="4041648"/>
            <a:ext cx="3063240" cy="365760"/>
          </a:xfrm>
          <a:prstGeom prst="rect">
            <a:avLst/>
          </a:prstGeom>
          <a:noFill/>
        </p:spPr>
        <p:txBody>
          <a:bodyPr wrap="square" anchor="ctr" lIns="36576" rIns="36576" tIns="36576" bIns="36576">
            <a:spAutoFit/>
          </a:bodyPr>
          <a:lstStyle/>
          <a:p>
            <a:pPr algn="ctr"/>
            <a:r>
              <a:rPr sz="1500" b="0" i="0">
                <a:solidFill>
                  <a:srgbClr val="14C99A"/>
                </a:solidFill>
                <a:latin typeface="Impact"/>
              </a:rPr>
              <a:t>MEMORIA</a:t>
            </a:r>
          </a:p>
        </p:txBody>
      </p:sp>
      <p:cxnSp>
        <p:nvCxnSpPr>
          <p:cNvPr id="1589" name="Connector 1588"/>
          <p:cNvCxnSpPr/>
          <p:nvPr/>
        </p:nvCxnSpPr>
        <p:spPr>
          <a:xfrm>
            <a:off x="8503920" y="4462272"/>
            <a:ext cx="2971800" cy="0"/>
          </a:xfrm>
          <a:prstGeom prst="line">
            <a:avLst/>
          </a:prstGeom>
          <a:ln w="12700">
            <a:solidFill>
              <a:srgbClr val="14C99A"/>
            </a:solidFill>
          </a:ln>
        </p:spPr>
        <p:style>
          <a:lnRef idx="2">
            <a:schemeClr val="accent1"/>
          </a:lnRef>
          <a:fillRef idx="0">
            <a:schemeClr val="accent1"/>
          </a:fillRef>
          <a:effectRef idx="1">
            <a:schemeClr val="accent1"/>
          </a:effectRef>
          <a:fontRef idx="minor">
            <a:schemeClr val="tx1"/>
          </a:fontRef>
        </p:style>
      </p:cxnSp>
      <p:sp>
        <p:nvSpPr>
          <p:cNvPr id="1590" name="TextBox 1589"/>
          <p:cNvSpPr txBox="1"/>
          <p:nvPr/>
        </p:nvSpPr>
        <p:spPr>
          <a:xfrm>
            <a:off x="8503920" y="4572000"/>
            <a:ext cx="2971800" cy="1600199"/>
          </a:xfrm>
          <a:prstGeom prst="rect">
            <a:avLst/>
          </a:prstGeom>
          <a:noFill/>
        </p:spPr>
        <p:txBody>
          <a:bodyPr wrap="square" anchor="t" lIns="36576" rIns="36576" tIns="36576" bIns="36576">
            <a:spAutoFit/>
          </a:bodyPr>
          <a:lstStyle/>
          <a:p>
            <a:pPr algn="l">
              <a:spcAft>
                <a:spcPts val="400"/>
              </a:spcAft>
            </a:pPr>
            <a:r>
              <a:rPr sz="1100" b="1" i="0">
                <a:solidFill>
                  <a:srgbClr val="14C99A"/>
                </a:solidFill>
                <a:latin typeface="Noto Sans Symbols"/>
              </a:rPr>
              <a:t>RAM: </a:t>
            </a:r>
            <a:r>
              <a:rPr sz="1100" b="0" i="0">
                <a:solidFill>
                  <a:srgbClr val="FFFFFF"/>
                </a:solidFill>
                <a:latin typeface="Noto Sans Symbols"/>
              </a:rPr>
              <a:t>9 a 11 % según el rol.</a:t>
            </a:r>
          </a:p>
          <a:p>
            <a:pPr algn="l">
              <a:spcAft>
                <a:spcPts val="400"/>
              </a:spcAft>
            </a:pPr>
            <a:r>
              <a:rPr sz="1100" b="1" i="0">
                <a:solidFill>
                  <a:srgbClr val="14C99A"/>
                </a:solidFill>
                <a:latin typeface="Noto Sans Symbols"/>
              </a:rPr>
              <a:t>Flash: </a:t>
            </a:r>
            <a:r>
              <a:rPr sz="1100" b="0" i="0">
                <a:solidFill>
                  <a:srgbClr val="FFFFFF"/>
                </a:solidFill>
                <a:latin typeface="Noto Sans Symbols"/>
              </a:rPr>
              <a:t>16 a 17 %.</a:t>
            </a:r>
          </a:p>
          <a:p>
            <a:pPr algn="l">
              <a:spcAft>
                <a:spcPts val="400"/>
              </a:spcAft>
            </a:pPr>
            <a:r>
              <a:rPr sz="1100" b="1" i="0">
                <a:solidFill>
                  <a:srgbClr val="14C99A"/>
                </a:solidFill>
                <a:latin typeface="Noto Sans Symbols"/>
              </a:rPr>
              <a:t>Cola del registro: </a:t>
            </a:r>
            <a:r>
              <a:rPr sz="1100" b="0" i="0">
                <a:solidFill>
                  <a:srgbClr val="FFFFFF"/>
                </a:solidFill>
                <a:latin typeface="Noto Sans Symbols"/>
              </a:rPr>
              <a:t>2048 registros en PSRAM, unos 9 s.</a:t>
            </a:r>
          </a:p>
        </p:txBody>
      </p:sp>
      <p:sp>
        <p:nvSpPr>
          <p:cNvPr id="1591" name="TextBox 1590"/>
          <p:cNvSpPr txBox="1"/>
          <p:nvPr/>
        </p:nvSpPr>
        <p:spPr>
          <a:xfrm>
            <a:off x="502920" y="5166360"/>
            <a:ext cx="7498079" cy="1097280"/>
          </a:xfrm>
          <a:prstGeom prst="rect">
            <a:avLst/>
          </a:prstGeom>
          <a:noFill/>
        </p:spPr>
        <p:txBody>
          <a:bodyPr wrap="square" anchor="t" lIns="36576" rIns="36576" tIns="36576" bIns="36576">
            <a:spAutoFit/>
          </a:bodyPr>
          <a:lstStyle/>
          <a:p>
            <a:pPr algn="l"/>
            <a:r>
              <a:rPr sz="1050" b="0" i="0">
                <a:solidFill>
                  <a:srgbClr val="5F6B7A"/>
                </a:solidFill>
                <a:latin typeface="Noto Sans Symbols"/>
              </a:rPr>
              <a:t>N es la cantidad de trenes seguidos a la vez (tabla de 4). El costo dominante es la criptografía, que el ESP32-S3 resuelve con su acelerador AES.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22</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txBody>
          <a:bodyPr/>
          <a:p/>
        </p:txBody>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SOFTWARE</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VERIFICACIÓN CON EL SIMULADOR</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502920" y="1325880"/>
          <a:ext cx="11201400" cy="4608576"/>
        </p:xfrm>
        <a:graphic>
          <a:graphicData uri="http://schemas.openxmlformats.org/drawingml/2006/table">
            <a:tbl>
              <a:tblPr firstRow="0" bandRow="0"/>
              <a:tblGrid>
                <a:gridCol w="1828800"/>
                <a:gridCol w="2926080"/>
                <a:gridCol w="3520440"/>
                <a:gridCol w="2926080"/>
              </a:tblGrid>
              <a:tr h="384048">
                <a:tc>
                  <a:txBody>
                    <a:bodyPr wrap="square"/>
                    <a:lstStyle/>
                    <a:p>
                      <a:pPr algn="ctr"/>
                      <a:r>
                        <a:rPr sz="1100" b="1" i="0">
                          <a:solidFill>
                            <a:srgbClr val="FFFFFF"/>
                          </a:solidFill>
                          <a:latin typeface="Noto Sans Symbols"/>
                        </a:rPr>
                        <a:t>Escenario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c>
                  <a:txBody>
                    <a:bodyPr wrap="square"/>
                    <a:lstStyle/>
                    <a:p>
                      <a:pPr algn="ctr"/>
                      <a:r>
                        <a:rPr sz="1100" b="1" i="0">
                          <a:solidFill>
                            <a:srgbClr val="FFFFFF"/>
                          </a:solidFill>
                          <a:latin typeface="Noto Sans Symbols"/>
                        </a:rPr>
                        <a:t>Qué prueba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c>
                  <a:txBody>
                    <a:bodyPr wrap="square"/>
                    <a:lstStyle/>
                    <a:p>
                      <a:pPr algn="ctr"/>
                      <a:r>
                        <a:rPr sz="1100" b="1" i="0">
                          <a:solidFill>
                            <a:srgbClr val="FFFFFF"/>
                          </a:solidFill>
                          <a:latin typeface="Noto Sans Symbols"/>
                        </a:rPr>
                        <a:t>Resultado esperado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c>
                  <a:txBody>
                    <a:bodyPr wrap="square"/>
                    <a:lstStyle/>
                    <a:p>
                      <a:pPr algn="ctr"/>
                      <a:r>
                        <a:rPr sz="1100" b="1" i="0">
                          <a:solidFill>
                            <a:srgbClr val="FFFFFF"/>
                          </a:solidFill>
                          <a:latin typeface="Noto Sans Symbols"/>
                        </a:rPr>
                        <a:t>PANDA contra hoy</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14C99A"/>
                    </a:solidFill>
                  </a:tcPr>
                </a:tc>
              </a:tr>
              <a:tr h="384048">
                <a:tc>
                  <a:txBody>
                    <a:bodyPr wrap="square"/>
                    <a:lstStyle/>
                    <a:p>
                      <a:pPr algn="ctr"/>
                      <a:r>
                        <a:rPr sz="1050" b="1" i="0">
                          <a:solidFill>
                            <a:srgbClr val="0D2547"/>
                          </a:solidFill>
                          <a:latin typeface="Noto Sans Symbols"/>
                        </a:rPr>
                        <a:t>lento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tren a 40 km/h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NO SEGURO recién a 681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80 s contra 112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detenido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para a 500 m dentro del circuito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APAGADO mientras está parado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75 s contra 110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rapido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tren a 100 km/h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NO SEGURO a 1022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44,3 s contra 44,8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silencio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el nodo muere a 700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SIN DATOS hasta que pasa la cola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107439"/>
                          </a:solidFill>
                          <a:latin typeface="Noto Sans Symbols"/>
                        </a:rPr>
                        <a:t>60 s contra 75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via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tren SIN nodo a 80 km/h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cierra como siempre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igual que hoy</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salto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GNSS con 300 m de error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dato inconsistente, sin huecos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107439"/>
                          </a:solidFill>
                          <a:latin typeface="Noto Sans Symbols"/>
                        </a:rPr>
                        <a:t>61 s contra 75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perdida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enlace cortado 400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SIN DATOS 1 s después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44,3 s contra 44,8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dos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trenes en sentidos opuestos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OTRO TREN al superponerse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102 s contra 100 s *</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aproximacion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pasa uno y viene otro en contra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no sube entre los dos (sin 40 s, subiría 4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97 s contra 93 s *</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repeticion y cmac</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ataques con paquetes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rechazados, sin efecto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sin efecto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84048">
                <a:tc>
                  <a:txBody>
                    <a:bodyPr wrap="square"/>
                    <a:lstStyle/>
                    <a:p>
                      <a:pPr algn="ctr"/>
                      <a:r>
                        <a:rPr sz="1050" b="1" i="0">
                          <a:solidFill>
                            <a:srgbClr val="0D2547"/>
                          </a:solidFill>
                          <a:latin typeface="Noto Sans Symbols"/>
                        </a:rPr>
                        <a:t>sin_posicion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ctr"/>
                      <a:r>
                        <a:rPr sz="1050" b="0" i="0">
                          <a:solidFill>
                            <a:srgbClr val="0D2547"/>
                          </a:solidFill>
                          <a:latin typeface="Noto Sans Symbols"/>
                        </a:rPr>
                        <a:t>tren sin fix</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NO SEGURO hasta tener posición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falla segura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
        <p:nvSpPr>
          <p:cNvPr id="1583" name="TextBox 1582"/>
          <p:cNvSpPr txBox="1"/>
          <p:nvPr/>
        </p:nvSpPr>
        <p:spPr>
          <a:xfrm>
            <a:off x="502920" y="6053328"/>
            <a:ext cx="11201400" cy="594360"/>
          </a:xfrm>
          <a:prstGeom prst="rect">
            <a:avLst/>
          </a:prstGeom>
          <a:noFill/>
        </p:spPr>
        <p:txBody>
          <a:bodyPr wrap="square" anchor="t" lIns="36576" rIns="36576" tIns="36576" bIns="36576">
            <a:spAutoFit/>
          </a:bodyPr>
          <a:lstStyle/>
          <a:p>
            <a:pPr algn="l"/>
            <a:r>
              <a:rPr sz="950" b="0" i="0">
                <a:solidFill>
                  <a:srgbClr val="5F6B7A"/>
                </a:solidFill>
                <a:latin typeface="Noto Sans Symbols"/>
              </a:rPr>
              <a:t>* La otra vía no tiene su circuito cableado a la placa (una sola entrada) y se libera por radio unos 4 s más tarde. Con un circuito por vía, como en el producto, queda igual que hoy.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23</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PLAN DE PRUEBAS</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HARDWARE</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502920" y="1325880"/>
          <a:ext cx="11201398" cy="4325112"/>
        </p:xfrm>
        <a:graphic>
          <a:graphicData uri="http://schemas.openxmlformats.org/drawingml/2006/table">
            <a:tbl>
              <a:tblPr firstRow="0" bandRow="0"/>
              <a:tblGrid>
                <a:gridCol w="2297723"/>
                <a:gridCol w="3446584"/>
                <a:gridCol w="2106246"/>
                <a:gridCol w="2201984"/>
                <a:gridCol w="1148861"/>
              </a:tblGrid>
              <a:tr h="393192">
                <a:tc>
                  <a:txBody>
                    <a:bodyPr wrap="square"/>
                    <a:lstStyle/>
                    <a:p>
                      <a:pPr algn="ctr"/>
                      <a:r>
                        <a:rPr sz="1100" b="1" i="0">
                          <a:solidFill>
                            <a:srgbClr val="FFFFFF"/>
                          </a:solidFill>
                          <a:latin typeface="Noto Sans Symbols"/>
                        </a:rPr>
                        <a:t>Prueba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Qué se mide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Criterio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Estimado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Espec.</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393192">
                <a:tc>
                  <a:txBody>
                    <a:bodyPr wrap="square"/>
                    <a:lstStyle/>
                    <a:p>
                      <a:pPr algn="l"/>
                      <a:r>
                        <a:rPr sz="1050" b="1" i="0">
                          <a:solidFill>
                            <a:srgbClr val="0D2547"/>
                          </a:solidFill>
                          <a:latin typeface="Noto Sans Symbols"/>
                        </a:rPr>
                        <a:t>P1 Enlace en banco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RSSI, SNR y pérdida a 1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pérdida &lt; 1 %</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−30 a −45 dBm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E-4</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P2 GNSS y tiempo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frecuencia, PPS y precisión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 3 Hz, ≤ 2,5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10 Hz, 1,5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E-1 E-2</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P3 Latencia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antigüedad del dato en el cruce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 300 ms (p99)</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50 a 150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E-6</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P4 Reacción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de beacon a salida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 500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 100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E-10</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P5 Alcance en la calle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pérdida contra distancia a 22 dBm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 1500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margen 25 dB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E-5</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P6 Autonomía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descarga completa de la 18650</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 4 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16 a 26 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E-12</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P7 Sonido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sonómetro a 1 m</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 95 dB, 60 dB abajo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sirena de 12 V</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E-20</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P8 Maqueta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luces 0,5 s, preaviso, bajada y luces en la subida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7 s y 5 a 10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7 s y 6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E-19</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P9 Disponibilidad</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tiempo SIN DATOS en 24 h</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&lt; 2 %</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a medir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E-24</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P10 Viaje en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GNSS en el vagón y aceleraciones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perfil ≤ 1,0 m/s²</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a medir</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fase 4</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24</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PLAN DE PRUEBAS</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SOFTWARE Y FALLAS INDUCIDAS</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502920" y="1325880"/>
          <a:ext cx="11201400" cy="4325112"/>
        </p:xfrm>
        <a:graphic>
          <a:graphicData uri="http://schemas.openxmlformats.org/drawingml/2006/table">
            <a:tbl>
              <a:tblPr firstRow="0" bandRow="0"/>
              <a:tblGrid>
                <a:gridCol w="2377440"/>
                <a:gridCol w="3886200"/>
                <a:gridCol w="3017520"/>
                <a:gridCol w="1920240"/>
              </a:tblGrid>
              <a:tr h="393192">
                <a:tc>
                  <a:txBody>
                    <a:bodyPr wrap="square"/>
                    <a:lstStyle/>
                    <a:p>
                      <a:pPr algn="ctr"/>
                      <a:r>
                        <a:rPr sz="1100" b="1" i="0">
                          <a:solidFill>
                            <a:srgbClr val="FFFFFF"/>
                          </a:solidFill>
                          <a:latin typeface="Noto Sans Symbols"/>
                        </a:rPr>
                        <a:t>Prueba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Cómo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Criterio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c>
                  <a:txBody>
                    <a:bodyPr wrap="square"/>
                    <a:lstStyle/>
                    <a:p>
                      <a:pPr algn="ctr"/>
                      <a:r>
                        <a:rPr sz="1100" b="1" i="0">
                          <a:solidFill>
                            <a:srgbClr val="FFFFFF"/>
                          </a:solidFill>
                          <a:latin typeface="Noto Sans Symbols"/>
                        </a:rPr>
                        <a:t>Estado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0D2547"/>
                    </a:solidFill>
                  </a:tcPr>
                </a:tc>
              </a:tr>
              <a:tr h="393192">
                <a:tc>
                  <a:txBody>
                    <a:bodyPr wrap="square"/>
                    <a:lstStyle/>
                    <a:p>
                      <a:pPr algn="l"/>
                      <a:r>
                        <a:rPr sz="1050" b="1" i="0">
                          <a:solidFill>
                            <a:srgbClr val="0D2547"/>
                          </a:solidFill>
                          <a:latin typeface="Noto Sans Symbols"/>
                        </a:rPr>
                        <a:t>S1 Criptografía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vectores FIPS-197, RFC 4493, SP 800-38A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100 % iguales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OK en PC</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S2 Beacon de referencia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placa contra PC byte a byte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idéntico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OK en PC</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S3 Lógica del cruce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11 escenarios contra el modelo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misma secuencia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1" i="0">
                          <a:solidFill>
                            <a:srgbClr val="107439"/>
                          </a:solidFill>
                          <a:latin typeface="Noto Sans Symbols"/>
                        </a:rPr>
                        <a:t>OK en modelo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S4 Apagar el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corte de batería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SIN DATOS en ≤ 1 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en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S5 Perfil distinto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cambiar solo el tren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SIN DATOS y vuelve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en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S6 Ataques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repetición y CMAC falso por USB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0 cambios de estado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en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S7 Colgar el firmware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bucle forzado en la decisión</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contactos abiertos ≤ 300 ms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en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S8 Tren sin nodo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interruptor de vía sin beacons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cierra como siempre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en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S9 Salto de GNSS</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posición corrida por USB</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sin hueco APAGADO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en placa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r h="393192">
                <a:tc>
                  <a:txBody>
                    <a:bodyPr wrap="square"/>
                    <a:lstStyle/>
                    <a:p>
                      <a:pPr algn="l"/>
                      <a:r>
                        <a:rPr sz="1050" b="1" i="0">
                          <a:solidFill>
                            <a:srgbClr val="0D2547"/>
                          </a:solidFill>
                          <a:latin typeface="Noto Sans Symbols"/>
                        </a:rPr>
                        <a:t>S10 Telemetría caída</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3F7FA"/>
                    </a:solidFill>
                  </a:tcPr>
                </a:tc>
                <a:tc>
                  <a:txBody>
                    <a:bodyPr wrap="square"/>
                    <a:lstStyle/>
                    <a:p>
                      <a:pPr algn="l"/>
                      <a:r>
                        <a:rPr sz="1050" b="0" i="0">
                          <a:solidFill>
                            <a:srgbClr val="0D2547"/>
                          </a:solidFill>
                          <a:latin typeface="Noto Sans Symbols"/>
                        </a:rPr>
                        <a:t>cortar el Wi-Fi (cuando se active)</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0D2547"/>
                          </a:solidFill>
                          <a:latin typeface="Noto Sans Symbols"/>
                        </a:rPr>
                        <a:t>decisión sin cambios (R-31)</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c>
                  <a:txBody>
                    <a:bodyPr wrap="square"/>
                    <a:lstStyle/>
                    <a:p>
                      <a:pPr algn="ctr"/>
                      <a:r>
                        <a:rPr sz="1050" b="0" i="0">
                          <a:solidFill>
                            <a:srgbClr val="E8710A"/>
                          </a:solidFill>
                          <a:latin typeface="Noto Sans Symbols"/>
                        </a:rPr>
                        <a:t>TODO</a:t>
                      </a:r>
                    </a:p>
                  </a:txBody>
                  <a:tcPr marL="54864" marR="54864" marT="18288" marB="18288" anchor="ctr">
                    <a:lnL w="9525">
                      <a:solidFill>
                        <a:srgbClr val="C9D3DF"/>
                      </a:solidFill>
                    </a:lnL>
                    <a:lnR w="9525">
                      <a:solidFill>
                        <a:srgbClr val="C9D3DF"/>
                      </a:solidFill>
                    </a:lnR>
                    <a:lnT w="9525">
                      <a:solidFill>
                        <a:srgbClr val="C9D3DF"/>
                      </a:solidFill>
                    </a:lnT>
                    <a:lnB w="9525">
                      <a:solidFill>
                        <a:srgbClr val="C9D3DF"/>
                      </a:solidFill>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25</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DFMEA</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MODOS NUEVOS Y ACCIONES</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502920" y="1325880"/>
          <a:ext cx="11201396" cy="3401568"/>
        </p:xfrm>
        <a:graphic>
          <a:graphicData uri="http://schemas.openxmlformats.org/drawingml/2006/table">
            <a:tbl>
              <a:tblPr firstRow="0" bandRow="0"/>
              <a:tblGrid>
                <a:gridCol w="2659693"/>
                <a:gridCol w="2045917"/>
                <a:gridCol w="460331"/>
                <a:gridCol w="460331"/>
                <a:gridCol w="460331"/>
                <a:gridCol w="664923"/>
                <a:gridCol w="3478060"/>
                <a:gridCol w="971810"/>
              </a:tblGrid>
              <a:tr h="566928">
                <a:tc>
                  <a:txBody>
                    <a:bodyPr wrap="square"/>
                    <a:lstStyle/>
                    <a:p>
                      <a:pPr algn="ctr"/>
                      <a:r>
                        <a:rPr sz="1050" b="1" i="0">
                          <a:solidFill>
                            <a:srgbClr val="FFFFFF"/>
                          </a:solidFill>
                          <a:latin typeface="Noto Sans Symbols"/>
                        </a:rPr>
                        <a:t>Modo de falla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050" b="1" i="0">
                          <a:solidFill>
                            <a:srgbClr val="FFFFFF"/>
                          </a:solidFill>
                          <a:latin typeface="Noto Sans Symbols"/>
                        </a:rPr>
                        <a:t>Causa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050" b="1" i="0">
                          <a:solidFill>
                            <a:srgbClr val="FFFFFF"/>
                          </a:solidFill>
                          <a:latin typeface="Noto Sans Symbols"/>
                        </a:rPr>
                        <a:t>S</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050" b="1" i="0">
                          <a:solidFill>
                            <a:srgbClr val="FFFFFF"/>
                          </a:solidFill>
                          <a:latin typeface="Noto Sans Symbols"/>
                        </a:rPr>
                        <a:t>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050" b="1" i="0">
                          <a:solidFill>
                            <a:srgbClr val="FFFFFF"/>
                          </a:solidFill>
                          <a:latin typeface="Noto Sans Symbols"/>
                        </a:rPr>
                        <a:t>D</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050" b="1" i="0">
                          <a:solidFill>
                            <a:srgbClr val="FFFFFF"/>
                          </a:solidFill>
                          <a:latin typeface="Noto Sans Symbols"/>
                        </a:rPr>
                        <a:t>RPN</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050" b="1" i="0">
                          <a:solidFill>
                            <a:srgbClr val="FFFFFF"/>
                          </a:solidFill>
                          <a:latin typeface="Noto Sans Symbols"/>
                        </a:rPr>
                        <a:t>Acción de diseño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050" b="1" i="0">
                          <a:solidFill>
                            <a:srgbClr val="FFFFFF"/>
                          </a:solidFill>
                          <a:latin typeface="Noto Sans Symbols"/>
                        </a:rPr>
                        <a:t>RPN nuevo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r>
              <a:tr h="566928">
                <a:tc>
                  <a:txBody>
                    <a:bodyPr wrap="square"/>
                    <a:lstStyle/>
                    <a:p>
                      <a:pPr algn="l"/>
                      <a:r>
                        <a:rPr sz="1000" b="1" i="0">
                          <a:solidFill>
                            <a:srgbClr val="FFFFFF"/>
                          </a:solidFill>
                          <a:latin typeface="Noto Sans Symbols"/>
                        </a:rPr>
                        <a:t>Barrera sostenida alta con tren cerca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posición del GNSS errónea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10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3</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4</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F6B26B"/>
                          </a:solidFill>
                          <a:latin typeface="Noto Sans Symbols"/>
                        </a:rPr>
                        <a:t>120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00" b="0" i="0">
                          <a:solidFill>
                            <a:srgbClr val="FFFFFF"/>
                          </a:solidFill>
                          <a:latin typeface="Noto Sans Symbols"/>
                        </a:rPr>
                        <a:t>atribución del circuito + plausibilidad (hechas)</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14C99A"/>
                          </a:solidFill>
                          <a:latin typeface="Noto Sans Symbols"/>
                        </a:rPr>
                        <a:t>40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566928">
                <a:tc>
                  <a:txBody>
                    <a:bodyPr wrap="square"/>
                    <a:lstStyle/>
                    <a:p>
                      <a:pPr algn="l"/>
                      <a:r>
                        <a:rPr sz="1000" b="1" i="0">
                          <a:solidFill>
                            <a:srgbClr val="FFFFFF"/>
                          </a:solidFill>
                          <a:latin typeface="Noto Sans Symbols"/>
                        </a:rPr>
                        <a:t>Suplantación del GNSS</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señal falsa (spoofing)</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10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2</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5</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F6B26B"/>
                          </a:solidFill>
                          <a:latin typeface="Noto Sans Symbols"/>
                        </a:rPr>
                        <a:t>100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00" b="0" i="0">
                          <a:solidFill>
                            <a:srgbClr val="FFFFFF"/>
                          </a:solidFill>
                          <a:latin typeface="Noto Sans Symbols"/>
                        </a:rPr>
                        <a:t>aviso del MAX-M10S + atribución</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14C99A"/>
                          </a:solidFill>
                          <a:latin typeface="Noto Sans Symbols"/>
                        </a:rPr>
                        <a:t>60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566928">
                <a:tc>
                  <a:txBody>
                    <a:bodyPr wrap="square"/>
                    <a:lstStyle/>
                    <a:p>
                      <a:pPr algn="l"/>
                      <a:r>
                        <a:rPr sz="1000" b="1" i="0">
                          <a:solidFill>
                            <a:srgbClr val="FFFFFF"/>
                          </a:solidFill>
                          <a:latin typeface="Noto Sans Symbols"/>
                        </a:rPr>
                        <a:t>Falla de aislación de la salida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relé de bajo aislamiento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10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2</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6</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F6B26B"/>
                          </a:solidFill>
                          <a:latin typeface="Noto Sans Symbols"/>
                        </a:rPr>
                        <a:t>120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00" b="0" i="0">
                          <a:solidFill>
                            <a:srgbClr val="FFFFFF"/>
                          </a:solidFill>
                          <a:latin typeface="Noto Sans Symbols"/>
                        </a:rPr>
                        <a:t>relés ≥ 2,5 kV (EN 50124-1) y ensayo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14C99A"/>
                          </a:solidFill>
                          <a:latin typeface="Noto Sans Symbols"/>
                        </a:rPr>
                        <a:t>30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566928">
                <a:tc>
                  <a:txBody>
                    <a:bodyPr wrap="square"/>
                    <a:lstStyle/>
                    <a:p>
                      <a:pPr algn="l"/>
                      <a:r>
                        <a:rPr sz="1000" b="1" i="0">
                          <a:solidFill>
                            <a:srgbClr val="FFFFFF"/>
                          </a:solidFill>
                          <a:latin typeface="Noto Sans Symbols"/>
                        </a:rPr>
                        <a:t>Dos trenes en la misma ranura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ID derivado de la MAC</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4</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3</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4</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F6B26B"/>
                          </a:solidFill>
                          <a:latin typeface="Noto Sans Symbols"/>
                        </a:rPr>
                        <a:t>48</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00" b="0" i="0">
                          <a:solidFill>
                            <a:srgbClr val="FFFFFF"/>
                          </a:solidFill>
                          <a:latin typeface="Noto Sans Symbols"/>
                        </a:rPr>
                        <a:t>ID asignado en la instalación</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14C99A"/>
                          </a:solidFill>
                          <a:latin typeface="Noto Sans Symbols"/>
                        </a:rPr>
                        <a:t>8</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566928">
                <a:tc>
                  <a:txBody>
                    <a:bodyPr wrap="square"/>
                    <a:lstStyle/>
                    <a:p>
                      <a:pPr algn="l"/>
                      <a:r>
                        <a:rPr sz="1000" b="1" i="0">
                          <a:solidFill>
                            <a:srgbClr val="FFFFFF"/>
                          </a:solidFill>
                          <a:latin typeface="Noto Sans Symbols"/>
                        </a:rPr>
                        <a:t>Posición errónea no marcada (Hito 2)</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multitrayecto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10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3</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0" i="0">
                          <a:solidFill>
                            <a:srgbClr val="FFFFFF"/>
                          </a:solidFill>
                          <a:latin typeface="Noto Sans Symbols"/>
                        </a:rPr>
                        <a:t>4</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F6B26B"/>
                          </a:solidFill>
                          <a:latin typeface="Noto Sans Symbols"/>
                        </a:rPr>
                        <a:t>120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00" b="0" i="0">
                          <a:solidFill>
                            <a:srgbClr val="FFFFFF"/>
                          </a:solidFill>
                          <a:latin typeface="Noto Sans Symbols"/>
                        </a:rPr>
                        <a:t>envolvente física (hecha), IMU en fase 4</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ctr"/>
                      <a:r>
                        <a:rPr sz="1000" b="1" i="0">
                          <a:solidFill>
                            <a:srgbClr val="14C99A"/>
                          </a:solidFill>
                          <a:latin typeface="Noto Sans Symbols"/>
                        </a:rPr>
                        <a:t>60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bl>
          </a:graphicData>
        </a:graphic>
      </p:graphicFrame>
      <p:sp>
        <p:nvSpPr>
          <p:cNvPr id="1583" name="Rectangle 1582"/>
          <p:cNvSpPr/>
          <p:nvPr/>
        </p:nvSpPr>
        <p:spPr>
          <a:xfrm>
            <a:off x="502920" y="5257800"/>
            <a:ext cx="5394960" cy="868680"/>
          </a:xfrm>
          <a:prstGeom prst="rect">
            <a:avLst/>
          </a:prstGeom>
          <a:solidFill>
            <a:srgbClr val="0A1F3C"/>
          </a:solidFill>
          <a:ln w="9525">
            <a:solidFill>
              <a:srgbClr val="14C9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La severidad no baja: un tren sobre el cruce sigue siendo un tren sobre el cruce. Lo que baja es la ocurrencia y sube la detección.</a:t>
            </a:r>
          </a:p>
        </p:txBody>
      </p:sp>
      <p:sp>
        <p:nvSpPr>
          <p:cNvPr id="1584" name="Rectangle 1583"/>
          <p:cNvSpPr/>
          <p:nvPr/>
        </p:nvSpPr>
        <p:spPr>
          <a:xfrm>
            <a:off x="6309360" y="5257800"/>
            <a:ext cx="5394960" cy="868680"/>
          </a:xfrm>
          <a:prstGeom prst="rect">
            <a:avLst/>
          </a:prstGeom>
          <a:solidFill>
            <a:srgbClr val="0A1F3C"/>
          </a:solidFill>
          <a:ln w="9525">
            <a:solidFill>
              <a:srgbClr val="14C9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00" b="1" i="0">
                <a:solidFill>
                  <a:srgbClr val="FFFFFF"/>
                </a:solidFill>
                <a:latin typeface="Noto Sans Symbols"/>
              </a:rPr>
              <a:t>Regla del equipo: se interviene con RPN mayor a 100 y siempre que S sea 9 o 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26</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FACTIBILIDAD LEGAL</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QUÉ CAMBIA CON PANDA PRINCIPAL</a:t>
            </a:r>
            <a:endParaRPr b="0" i="0" sz="2200" u="none" cap="none" strike="noStrike">
              <a:solidFill>
                <a:srgbClr val="14C99A"/>
              </a:solidFill>
              <a:latin typeface="Arial"/>
              <a:ea typeface="Arial"/>
              <a:cs typeface="Arial"/>
              <a:sym typeface="Arial"/>
            </a:endParaRPr>
          </a:p>
        </p:txBody>
      </p:sp>
      <p:graphicFrame>
        <p:nvGraphicFramePr>
          <p:cNvPr id="1582" name="Table 1581"/>
          <p:cNvGraphicFramePr>
            <a:graphicFrameLocks noGrp="1"/>
          </p:cNvGraphicFramePr>
          <p:nvPr/>
        </p:nvGraphicFramePr>
        <p:xfrm>
          <a:off x="502920" y="1325880"/>
          <a:ext cx="11201400" cy="3840480"/>
        </p:xfrm>
        <a:graphic>
          <a:graphicData uri="http://schemas.openxmlformats.org/drawingml/2006/table">
            <a:tbl>
              <a:tblPr firstRow="0" bandRow="0"/>
              <a:tblGrid>
                <a:gridCol w="2194560"/>
                <a:gridCol w="4023360"/>
                <a:gridCol w="4983480"/>
              </a:tblGrid>
              <a:tr h="548640">
                <a:tc>
                  <a:txBody>
                    <a:bodyPr wrap="square"/>
                    <a:lstStyle/>
                    <a:p>
                      <a:pPr algn="ctr"/>
                      <a:r>
                        <a:rPr sz="1100" b="1" i="0">
                          <a:solidFill>
                            <a:srgbClr val="FFFFFF"/>
                          </a:solidFill>
                          <a:latin typeface="Noto Sans Symbols"/>
                        </a:rPr>
                        <a:t>Marco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100" b="1" i="0">
                          <a:solidFill>
                            <a:srgbClr val="FFFFFF"/>
                          </a:solidFill>
                          <a:latin typeface="Noto Sans Symbols"/>
                        </a:rPr>
                        <a:t>Qué exige</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c>
                  <a:txBody>
                    <a:bodyPr wrap="square"/>
                    <a:lstStyle/>
                    <a:p>
                      <a:pPr algn="ctr"/>
                      <a:r>
                        <a:rPr sz="1100" b="1" i="0">
                          <a:solidFill>
                            <a:srgbClr val="FFFFFF"/>
                          </a:solidFill>
                          <a:latin typeface="Noto Sans Symbols"/>
                        </a:rPr>
                        <a:t>Situación de PANDA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14C99A"/>
                    </a:solidFill>
                  </a:tcPr>
                </a:tc>
              </a:tr>
              <a:tr h="365760">
                <a:tc>
                  <a:txBody>
                    <a:bodyPr wrap="square"/>
                    <a:lstStyle/>
                    <a:p>
                      <a:pPr algn="ctr"/>
                      <a:r>
                        <a:rPr sz="1050" b="1" i="0">
                          <a:solidFill>
                            <a:srgbClr val="FFFFFF"/>
                          </a:solidFill>
                          <a:latin typeface="Noto Sans Symbols"/>
                        </a:rPr>
                        <a:t>SETOP 8.6.12 y Anexo XII 19</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barrera baja antes del tren con el despeje de la Tabla I; sector de operación a 120 km/h</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Equivalencia en tiempo: cada tren tiene al menos el ciclo del tren más rápido (31 + 1 s)</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Anexo XII, punto 17</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solo circuitos de vía, no otros sistemas de detección</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Propuesta de cambio de especificación ante ADIF</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Anexo XII, 19 y 20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sector de aproximación: no sube con otro tren cerca; 5 s de espera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Con el cierre pedido, un tren que se acerca lo sostiene hasta ETA de 40 s</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Anexo XII, 18 d)</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la barrera sube solo cuando el tren pasó</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Sube con un tren detenido lejos: lo admite el SETOP 8.6.13 y al arrancar tiene el ciclo completo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Anexo XII, punto 4.2</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verde sin trenes; rojo intermitente durante t_p; ópticas de 21 cm; 60 a 95 dB(A)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Desvío: sin verde a propósito y rojo fijo en falla. Óptica de 200 mm y bocina de 100 dB a adecuar</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SETOP 8.6.5 a 8.6.7</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luces alternadas, 5 s de preaviso, luces hasta la vertical, campana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Maqueta: 7 s de fono y luces hasta que el brazo vuelve arriba (el SETOP manda sobre el Anexo 20)</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Anexo XII, 22 g)</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alarma: brazo levantado con circuito de vía ocupado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Saltaría con cada tren lento: se redefine como «el brazo no sigue el pedido de cierre»</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IEC 61508</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integridad según la arquitectura</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Para trenes con nodo pasa de 1oo2 a canal principal con diagnóstico (1oo1D)</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r h="365760">
                <a:tc>
                  <a:txBody>
                    <a:bodyPr wrap="square"/>
                    <a:lstStyle/>
                    <a:p>
                      <a:pPr algn="ctr"/>
                      <a:r>
                        <a:rPr sz="1050" b="1" i="0">
                          <a:solidFill>
                            <a:srgbClr val="FFFFFF"/>
                          </a:solidFill>
                          <a:latin typeface="Noto Sans Symbols"/>
                        </a:rPr>
                        <a:t>ENACOM, 902 a 928 MHz</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uso compartido con equipo homologado</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c>
                  <a:txBody>
                    <a:bodyPr wrap="square"/>
                    <a:lstStyle/>
                    <a:p>
                      <a:pPr algn="l"/>
                      <a:r>
                        <a:rPr sz="1050" b="0" i="0">
                          <a:solidFill>
                            <a:srgbClr val="FFFFFF"/>
                          </a:solidFill>
                          <a:latin typeface="Noto Sans Symbols"/>
                        </a:rPr>
                        <a:t>2 dBm en banco. Confirmar el límite antes de 22 dBm en la calle</a:t>
                      </a:r>
                    </a:p>
                  </a:txBody>
                  <a:tcPr marL="54864" marR="54864" marT="18288" marB="18288" anchor="ctr">
                    <a:lnL w="9525">
                      <a:solidFill>
                        <a:srgbClr val="2B4A78"/>
                      </a:solidFill>
                    </a:lnL>
                    <a:lnR w="9525">
                      <a:solidFill>
                        <a:srgbClr val="2B4A78"/>
                      </a:solidFill>
                    </a:lnR>
                    <a:lnT w="9525">
                      <a:solidFill>
                        <a:srgbClr val="2B4A78"/>
                      </a:solidFill>
                    </a:lnT>
                    <a:lnB w="9525">
                      <a:solidFill>
                        <a:srgbClr val="2B4A78"/>
                      </a:solidFill>
                    </a:lnB>
                    <a:solidFill>
                      <a:srgbClr val="0D2547"/>
                    </a:solidFill>
                  </a:tcPr>
                </a:tc>
              </a:tr>
            </a:tbl>
          </a:graphicData>
        </a:graphic>
      </p:graphicFrame>
      <p:sp>
        <p:nvSpPr>
          <p:cNvPr id="1583" name="Rectangle 1582"/>
          <p:cNvSpPr/>
          <p:nvPr/>
        </p:nvSpPr>
        <p:spPr>
          <a:xfrm>
            <a:off x="502920" y="5440680"/>
            <a:ext cx="11201400" cy="777240"/>
          </a:xfrm>
          <a:prstGeom prst="rect">
            <a:avLst/>
          </a:prstGeom>
          <a:solidFill>
            <a:srgbClr val="0A1F3C"/>
          </a:solidFill>
          <a:ln w="9525">
            <a:solidFill>
              <a:srgbClr val="14C99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r>
              <a:rPr sz="1150" b="1" i="0">
                <a:solidFill>
                  <a:srgbClr val="FFFFFF"/>
                </a:solidFill>
                <a:latin typeface="Noto Sans Symbols"/>
              </a:rPr>
              <a:t>El Anexo XII confirma el hueco que llena PANDA: dice que no existe normativa nacional aprobada para la señalización de pasos a nivel peatonales.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71" name="Google Shape;1571;g3fa673deee8_6_482"/>
          <p:cNvGrpSpPr/>
          <p:nvPr/>
        </p:nvGrpSpPr>
        <p:grpSpPr>
          <a:xfrm>
            <a:off x="0" y="6512948"/>
            <a:ext cx="12191758" cy="345055"/>
            <a:chOff x="0" y="-47625"/>
            <a:chExt cx="4816592" cy="185185"/>
          </a:xfrm>
        </p:grpSpPr>
        <p:sp>
          <p:nvSpPr>
            <p:cNvPr id="1572" name="Google Shape;1572;g3fa673deee8_6_482"/>
            <p:cNvSpPr/>
            <p:nvPr/>
          </p:nvSpPr>
          <p:spPr>
            <a:xfrm>
              <a:off x="0" y="0"/>
              <a:ext cx="4816592" cy="137560"/>
            </a:xfrm>
            <a:custGeom>
              <a:rect b="b" l="l" r="r" t="t"/>
              <a:pathLst>
                <a:path extrusionOk="0" h="137560" w="4816592">
                  <a:moveTo>
                    <a:pt x="0" y="0"/>
                  </a:moveTo>
                  <a:lnTo>
                    <a:pt x="4816592" y="0"/>
                  </a:lnTo>
                  <a:lnTo>
                    <a:pt x="4816592" y="137560"/>
                  </a:lnTo>
                  <a:lnTo>
                    <a:pt x="0" y="137560"/>
                  </a:lnTo>
                  <a:close/>
                </a:path>
              </a:pathLst>
            </a:custGeom>
            <a:solidFill>
              <a:srgbClr val="0E8F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3" name="Google Shape;1573;g3fa673deee8_6_482"/>
            <p:cNvSpPr txBox="1"/>
            <p:nvPr/>
          </p:nvSpPr>
          <p:spPr>
            <a:xfrm>
              <a:off x="0" y="-47625"/>
              <a:ext cx="4816500" cy="185100"/>
            </a:xfrm>
            <a:prstGeom prst="rect">
              <a:avLst/>
            </a:prstGeom>
            <a:solidFill>
              <a:srgbClr val="0E8F6E"/>
            </a:solid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4" name="Google Shape;1574;g3fa673deee8_6_482"/>
          <p:cNvSpPr txBox="1"/>
          <p:nvPr/>
        </p:nvSpPr>
        <p:spPr>
          <a:xfrm>
            <a:off x="181654" y="6603231"/>
            <a:ext cx="3257700" cy="169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100"/>
              <a:buFont typeface="Arial"/>
              <a:buNone/>
            </a:pPr>
            <a:r>
              <a:rPr b="0" i="0" lang="es-AR" sz="1100" u="none" cap="none" strike="noStrike">
                <a:solidFill>
                  <a:srgbClr val="FFFFFF"/>
                </a:solidFill>
                <a:latin typeface="Noto Sans"/>
                <a:ea typeface="Noto Sans"/>
                <a:cs typeface="Noto Sans"/>
                <a:sym typeface="Noto Sans"/>
              </a:rPr>
              <a:t>Instituto Tecnológico de Buenos Aires</a:t>
            </a:r>
            <a:endParaRPr b="0" i="0" sz="900" u="none" cap="none" strike="noStrike">
              <a:solidFill>
                <a:srgbClr val="000000"/>
              </a:solidFill>
              <a:latin typeface="Arial"/>
              <a:ea typeface="Arial"/>
              <a:cs typeface="Arial"/>
              <a:sym typeface="Arial"/>
            </a:endParaRPr>
          </a:p>
        </p:txBody>
      </p:sp>
      <p:sp>
        <p:nvSpPr>
          <p:cNvPr id="1575" name="Google Shape;1575;g3fa673deee8_6_482"/>
          <p:cNvSpPr txBox="1"/>
          <p:nvPr/>
        </p:nvSpPr>
        <p:spPr>
          <a:xfrm>
            <a:off x="8758022" y="6603231"/>
            <a:ext cx="3257700" cy="169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1100"/>
              <a:buFont typeface="Arial"/>
              <a:buNone/>
            </a:pPr>
            <a:r>
              <a:rPr lang="es-AR" sz="1100">
                <a:solidFill>
                  <a:srgbClr val="FFFFFF"/>
                </a:solidFill>
                <a:latin typeface="Noto Sans"/>
                <a:ea typeface="Noto Sans"/>
                <a:cs typeface="Noto Sans"/>
                <a:sym typeface="Noto Sans"/>
              </a:rPr>
              <a:t>27</a:t>
            </a:r>
            <a:endParaRPr b="0" i="0" sz="900" u="none" cap="none" strike="noStrike">
              <a:solidFill>
                <a:srgbClr val="000000"/>
              </a:solidFill>
              <a:latin typeface="Arial"/>
              <a:ea typeface="Arial"/>
              <a:cs typeface="Arial"/>
              <a:sym typeface="Arial"/>
            </a:endParaRPr>
          </a:p>
        </p:txBody>
      </p:sp>
      <p:grpSp>
        <p:nvGrpSpPr>
          <p:cNvPr id="1576" name="Google Shape;1576;g3fa673deee8_6_482"/>
          <p:cNvGrpSpPr/>
          <p:nvPr/>
        </p:nvGrpSpPr>
        <p:grpSpPr>
          <a:xfrm>
            <a:off x="-150" y="-175075"/>
            <a:ext cx="12191758" cy="1139091"/>
            <a:chOff x="0" y="-47625"/>
            <a:chExt cx="4816592" cy="318600"/>
          </a:xfrm>
        </p:grpSpPr>
        <p:sp>
          <p:nvSpPr>
            <p:cNvPr id="1577" name="Google Shape;1577;g3fa673deee8_6_482"/>
            <p:cNvSpPr/>
            <p:nvPr/>
          </p:nvSpPr>
          <p:spPr>
            <a:xfrm>
              <a:off x="0" y="0"/>
              <a:ext cx="4816592" cy="270933"/>
            </a:xfrm>
            <a:custGeom>
              <a:rect b="b" l="l" r="r" t="t"/>
              <a:pathLst>
                <a:path extrusionOk="0" h="270933" w="4816592">
                  <a:moveTo>
                    <a:pt x="0" y="0"/>
                  </a:moveTo>
                  <a:lnTo>
                    <a:pt x="4816592" y="0"/>
                  </a:lnTo>
                  <a:lnTo>
                    <a:pt x="4816592" y="270933"/>
                  </a:lnTo>
                  <a:lnTo>
                    <a:pt x="0" y="270933"/>
                  </a:lnTo>
                  <a:close/>
                </a:path>
              </a:pathLst>
            </a:custGeom>
            <a:solidFill>
              <a:srgbClr val="0D2547"/>
            </a:solidFill>
            <a:ln>
              <a:noFill/>
            </a:ln>
          </p:spPr>
        </p:sp>
        <p:sp>
          <p:nvSpPr>
            <p:cNvPr id="1578" name="Google Shape;1578;g3fa673deee8_6_482"/>
            <p:cNvSpPr txBox="1"/>
            <p:nvPr/>
          </p:nvSpPr>
          <p:spPr>
            <a:xfrm>
              <a:off x="0" y="-47625"/>
              <a:ext cx="4816500" cy="318600"/>
            </a:xfrm>
            <a:prstGeom prst="rect">
              <a:avLst/>
            </a:prstGeom>
            <a:noFill/>
            <a:ln>
              <a:noFill/>
            </a:ln>
          </p:spPr>
          <p:txBody>
            <a:bodyPr anchorCtr="0" anchor="ctr" bIns="33875" lIns="33875" spcFirstLastPara="1" rIns="33875" wrap="square" tIns="33875">
              <a:noAutofit/>
            </a:bodyPr>
            <a:lstStyle/>
            <a:p>
              <a:pPr indent="0" lvl="0" marL="0" marR="0" rtl="0" algn="ctr">
                <a:lnSpc>
                  <a:spcPct val="147722"/>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grpSp>
      <p:sp>
        <p:nvSpPr>
          <p:cNvPr id="1579" name="Google Shape;1579;g3fa673deee8_6_482"/>
          <p:cNvSpPr/>
          <p:nvPr/>
        </p:nvSpPr>
        <p:spPr>
          <a:xfrm>
            <a:off x="11261402" y="220649"/>
            <a:ext cx="568823" cy="501554"/>
          </a:xfrm>
          <a:custGeom>
            <a:rect b="b" l="l" r="r" t="t"/>
            <a:pathLst>
              <a:path extrusionOk="0" h="751392" w="852170">
                <a:moveTo>
                  <a:pt x="0" y="0"/>
                </a:moveTo>
                <a:lnTo>
                  <a:pt x="852170" y="0"/>
                </a:lnTo>
                <a:lnTo>
                  <a:pt x="852170" y="751392"/>
                </a:lnTo>
                <a:lnTo>
                  <a:pt x="0" y="751392"/>
                </a:lnTo>
                <a:lnTo>
                  <a:pt x="0" y="0"/>
                </a:lnTo>
                <a:close/>
              </a:path>
            </a:pathLst>
          </a:custGeom>
          <a:blipFill rotWithShape="1">
            <a:blip r:embed="rId2">
              <a:alphaModFix/>
            </a:blip>
            <a:stretch>
              <a:fillRect b="0" l="-16330" r="-15929" t="0"/>
            </a:stretch>
          </a:blipFill>
          <a:ln>
            <a:noFill/>
          </a:ln>
        </p:spPr>
      </p:sp>
      <p:sp>
        <p:nvSpPr>
          <p:cNvPr id="1580" name="Google Shape;1580;g3fa673deee8_6_482"/>
          <p:cNvSpPr txBox="1"/>
          <p:nvPr/>
        </p:nvSpPr>
        <p:spPr>
          <a:xfrm>
            <a:off x="181650" y="80300"/>
            <a:ext cx="9616200" cy="55410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600"/>
              <a:buFont typeface="Arial"/>
              <a:buNone/>
            </a:pPr>
            <a:r>
              <a:rPr lang="es-AR" sz="3600">
                <a:solidFill>
                  <a:srgbClr val="FFFFFF"/>
                </a:solidFill>
                <a:latin typeface="Impact"/>
                <a:ea typeface="Impact"/>
                <a:cs typeface="Impact"/>
                <a:sym typeface="Impact"/>
              </a:rPr>
              <a:t>FACTIBILIDAD DE TIEMPOS</a:t>
            </a:r>
            <a:endParaRPr b="0" i="0" sz="3600" u="none" cap="none" strike="noStrike">
              <a:solidFill>
                <a:srgbClr val="000000"/>
              </a:solidFill>
              <a:latin typeface="Impact"/>
              <a:ea typeface="Impact"/>
              <a:cs typeface="Impact"/>
              <a:sym typeface="Impact"/>
            </a:endParaRPr>
          </a:p>
        </p:txBody>
      </p:sp>
      <p:sp>
        <p:nvSpPr>
          <p:cNvPr id="1581" name="Google Shape;1581;g3fa673deee8_6_482"/>
          <p:cNvSpPr txBox="1"/>
          <p:nvPr/>
        </p:nvSpPr>
        <p:spPr>
          <a:xfrm>
            <a:off x="98171" y="488178"/>
            <a:ext cx="53172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40010"/>
              </a:lnSpc>
              <a:spcBef>
                <a:spcPts val="0"/>
              </a:spcBef>
              <a:spcAft>
                <a:spcPts val="0"/>
              </a:spcAft>
              <a:buClr>
                <a:srgbClr val="000000"/>
              </a:buClr>
              <a:buSzPts val="2200"/>
              <a:buFont typeface="Arial"/>
              <a:buNone/>
            </a:pPr>
            <a:r>
              <a:rPr lang="es-AR" sz="2200">
                <a:solidFill>
                  <a:srgbClr val="14C99A"/>
                </a:solidFill>
                <a:latin typeface="Impact"/>
                <a:ea typeface="Impact"/>
                <a:cs typeface="Impact"/>
                <a:sym typeface="Impact"/>
              </a:rPr>
              <a:t>PLAN HASTA EL HITO 4</a:t>
            </a:r>
            <a:endParaRPr b="0" i="0" sz="2200" u="none" cap="none" strike="noStrike">
              <a:solidFill>
                <a:srgbClr val="14C99A"/>
              </a:solidFill>
              <a:latin typeface="Arial"/>
              <a:ea typeface="Arial"/>
              <a:cs typeface="Arial"/>
              <a:sym typeface="Arial"/>
            </a:endParaRPr>
          </a:p>
        </p:txBody>
      </p:sp>
      <p:sp>
        <p:nvSpPr>
          <p:cNvPr id="1582" name="Rectangle 1581"/>
          <p:cNvSpPr/>
          <p:nvPr/>
        </p:nvSpPr>
        <p:spPr>
          <a:xfrm>
            <a:off x="3291840"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29-sep</a:t>
            </a:r>
          </a:p>
        </p:txBody>
      </p:sp>
      <p:sp>
        <p:nvSpPr>
          <p:cNvPr id="1583" name="Rectangle 1582"/>
          <p:cNvSpPr/>
          <p:nvPr/>
        </p:nvSpPr>
        <p:spPr>
          <a:xfrm>
            <a:off x="4133087"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6-oct</a:t>
            </a:r>
          </a:p>
        </p:txBody>
      </p:sp>
      <p:sp>
        <p:nvSpPr>
          <p:cNvPr id="1584" name="Rectangle 1583"/>
          <p:cNvSpPr/>
          <p:nvPr/>
        </p:nvSpPr>
        <p:spPr>
          <a:xfrm>
            <a:off x="4974336"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13-oct</a:t>
            </a:r>
          </a:p>
        </p:txBody>
      </p:sp>
      <p:sp>
        <p:nvSpPr>
          <p:cNvPr id="1585" name="Rectangle 1584"/>
          <p:cNvSpPr/>
          <p:nvPr/>
        </p:nvSpPr>
        <p:spPr>
          <a:xfrm>
            <a:off x="5815583"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20-oct</a:t>
            </a:r>
          </a:p>
        </p:txBody>
      </p:sp>
      <p:sp>
        <p:nvSpPr>
          <p:cNvPr id="1586" name="Rectangle 1585"/>
          <p:cNvSpPr/>
          <p:nvPr/>
        </p:nvSpPr>
        <p:spPr>
          <a:xfrm>
            <a:off x="6656831"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27-oct</a:t>
            </a:r>
          </a:p>
        </p:txBody>
      </p:sp>
      <p:sp>
        <p:nvSpPr>
          <p:cNvPr id="1587" name="Rectangle 1586"/>
          <p:cNvSpPr/>
          <p:nvPr/>
        </p:nvSpPr>
        <p:spPr>
          <a:xfrm>
            <a:off x="7498079"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3-nov</a:t>
            </a:r>
          </a:p>
        </p:txBody>
      </p:sp>
      <p:sp>
        <p:nvSpPr>
          <p:cNvPr id="1588" name="Rectangle 1587"/>
          <p:cNvSpPr/>
          <p:nvPr/>
        </p:nvSpPr>
        <p:spPr>
          <a:xfrm>
            <a:off x="8339327"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10-nov</a:t>
            </a:r>
          </a:p>
        </p:txBody>
      </p:sp>
      <p:sp>
        <p:nvSpPr>
          <p:cNvPr id="1589" name="Rectangle 1588"/>
          <p:cNvSpPr/>
          <p:nvPr/>
        </p:nvSpPr>
        <p:spPr>
          <a:xfrm>
            <a:off x="9180576"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17-nov</a:t>
            </a:r>
          </a:p>
        </p:txBody>
      </p:sp>
      <p:sp>
        <p:nvSpPr>
          <p:cNvPr id="1590" name="Rectangle 1589"/>
          <p:cNvSpPr/>
          <p:nvPr/>
        </p:nvSpPr>
        <p:spPr>
          <a:xfrm>
            <a:off x="10021824"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24-nov</a:t>
            </a:r>
          </a:p>
        </p:txBody>
      </p:sp>
      <p:sp>
        <p:nvSpPr>
          <p:cNvPr id="1591" name="Rectangle 1590"/>
          <p:cNvSpPr/>
          <p:nvPr/>
        </p:nvSpPr>
        <p:spPr>
          <a:xfrm>
            <a:off x="10863072" y="1417320"/>
            <a:ext cx="822959" cy="320040"/>
          </a:xfrm>
          <a:prstGeom prst="rect">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144" rIns="9144" tIns="9144" bIns="9144"/>
          <a:lstStyle/>
          <a:p>
            <a:pPr algn="ctr"/>
            <a:r>
              <a:rPr sz="900" b="1" i="0">
                <a:solidFill>
                  <a:srgbClr val="FFFFFF"/>
                </a:solidFill>
                <a:latin typeface="Noto Sans Symbols"/>
              </a:rPr>
              <a:t>1-dic</a:t>
            </a:r>
          </a:p>
        </p:txBody>
      </p:sp>
      <p:sp>
        <p:nvSpPr>
          <p:cNvPr id="1592" name="Rectangle 1591"/>
          <p:cNvSpPr/>
          <p:nvPr/>
        </p:nvSpPr>
        <p:spPr>
          <a:xfrm>
            <a:off x="3291840" y="1874519"/>
            <a:ext cx="8412480" cy="310896"/>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3" name="TextBox 1592"/>
          <p:cNvSpPr txBox="1"/>
          <p:nvPr/>
        </p:nvSpPr>
        <p:spPr>
          <a:xfrm>
            <a:off x="502920" y="1874519"/>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Documentación del Hito 3</a:t>
            </a:r>
          </a:p>
        </p:txBody>
      </p:sp>
      <p:sp>
        <p:nvSpPr>
          <p:cNvPr id="1594" name="Rounded Rectangle 1593"/>
          <p:cNvSpPr/>
          <p:nvPr/>
        </p:nvSpPr>
        <p:spPr>
          <a:xfrm>
            <a:off x="3544214" y="1920239"/>
            <a:ext cx="757123"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5" name="Rectangle 1594"/>
          <p:cNvSpPr/>
          <p:nvPr/>
        </p:nvSpPr>
        <p:spPr>
          <a:xfrm>
            <a:off x="3291840" y="2221991"/>
            <a:ext cx="84124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6" name="TextBox 1595"/>
          <p:cNvSpPr txBox="1"/>
          <p:nvPr/>
        </p:nvSpPr>
        <p:spPr>
          <a:xfrm>
            <a:off x="502920" y="2221991"/>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Puesta en marcha de las placas</a:t>
            </a:r>
          </a:p>
        </p:txBody>
      </p:sp>
      <p:sp>
        <p:nvSpPr>
          <p:cNvPr id="1597" name="Rounded Rectangle 1596"/>
          <p:cNvSpPr/>
          <p:nvPr/>
        </p:nvSpPr>
        <p:spPr>
          <a:xfrm>
            <a:off x="4637836" y="2267711"/>
            <a:ext cx="841247" cy="219456"/>
          </a:xfrm>
          <a:prstGeom prst="roundRect">
            <a:avLst>
              <a:gd name="adj" fmla="val 40000"/>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8" name="Rectangle 1597"/>
          <p:cNvSpPr/>
          <p:nvPr/>
        </p:nvSpPr>
        <p:spPr>
          <a:xfrm>
            <a:off x="3291840" y="2569463"/>
            <a:ext cx="8412480" cy="310896"/>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599" name="TextBox 1598"/>
          <p:cNvSpPr txBox="1"/>
          <p:nvPr/>
        </p:nvSpPr>
        <p:spPr>
          <a:xfrm>
            <a:off x="502920" y="2569463"/>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Banco y fallas inducidas</a:t>
            </a:r>
          </a:p>
        </p:txBody>
      </p:sp>
      <p:sp>
        <p:nvSpPr>
          <p:cNvPr id="1600" name="Rounded Rectangle 1599"/>
          <p:cNvSpPr/>
          <p:nvPr/>
        </p:nvSpPr>
        <p:spPr>
          <a:xfrm>
            <a:off x="4974336" y="2615183"/>
            <a:ext cx="1514246"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1" name="Rectangle 1600"/>
          <p:cNvSpPr/>
          <p:nvPr/>
        </p:nvSpPr>
        <p:spPr>
          <a:xfrm>
            <a:off x="3291840" y="2916936"/>
            <a:ext cx="84124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2" name="TextBox 1601"/>
          <p:cNvSpPr txBox="1"/>
          <p:nvPr/>
        </p:nvSpPr>
        <p:spPr>
          <a:xfrm>
            <a:off x="502920" y="2916936"/>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Maqueta: construcción e integración</a:t>
            </a:r>
          </a:p>
        </p:txBody>
      </p:sp>
      <p:sp>
        <p:nvSpPr>
          <p:cNvPr id="1603" name="Rounded Rectangle 1602"/>
          <p:cNvSpPr/>
          <p:nvPr/>
        </p:nvSpPr>
        <p:spPr>
          <a:xfrm>
            <a:off x="4974336" y="2962656"/>
            <a:ext cx="2187244"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4" name="Rectangle 1603"/>
          <p:cNvSpPr/>
          <p:nvPr/>
        </p:nvSpPr>
        <p:spPr>
          <a:xfrm>
            <a:off x="3291840" y="3264408"/>
            <a:ext cx="8412480" cy="310896"/>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5" name="TextBox 1604"/>
          <p:cNvSpPr txBox="1"/>
          <p:nvPr/>
        </p:nvSpPr>
        <p:spPr>
          <a:xfrm>
            <a:off x="502920" y="3264408"/>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Ensayo de alcance en la calle</a:t>
            </a:r>
          </a:p>
        </p:txBody>
      </p:sp>
      <p:sp>
        <p:nvSpPr>
          <p:cNvPr id="1606" name="Rounded Rectangle 1605"/>
          <p:cNvSpPr/>
          <p:nvPr/>
        </p:nvSpPr>
        <p:spPr>
          <a:xfrm>
            <a:off x="6656831" y="3310127"/>
            <a:ext cx="1345996"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7" name="Rectangle 1606"/>
          <p:cNvSpPr/>
          <p:nvPr/>
        </p:nvSpPr>
        <p:spPr>
          <a:xfrm>
            <a:off x="3291840" y="3611879"/>
            <a:ext cx="84124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08" name="TextBox 1607"/>
          <p:cNvSpPr txBox="1"/>
          <p:nvPr/>
        </p:nvSpPr>
        <p:spPr>
          <a:xfrm>
            <a:off x="502920" y="3611879"/>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Viaje en tren y fase 4 (IMU)</a:t>
            </a:r>
          </a:p>
        </p:txBody>
      </p:sp>
      <p:sp>
        <p:nvSpPr>
          <p:cNvPr id="1609" name="Rounded Rectangle 1608"/>
          <p:cNvSpPr/>
          <p:nvPr/>
        </p:nvSpPr>
        <p:spPr>
          <a:xfrm>
            <a:off x="7498079" y="3657599"/>
            <a:ext cx="1345996"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0" name="Rectangle 1609"/>
          <p:cNvSpPr/>
          <p:nvPr/>
        </p:nvSpPr>
        <p:spPr>
          <a:xfrm>
            <a:off x="3291840" y="3959352"/>
            <a:ext cx="8412480" cy="310896"/>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1" name="TextBox 1610"/>
          <p:cNvSpPr txBox="1"/>
          <p:nvPr/>
        </p:nvSpPr>
        <p:spPr>
          <a:xfrm>
            <a:off x="502920" y="3959352"/>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Ensayo de 24 h (E-24)</a:t>
            </a:r>
          </a:p>
        </p:txBody>
      </p:sp>
      <p:sp>
        <p:nvSpPr>
          <p:cNvPr id="1612" name="Rounded Rectangle 1611"/>
          <p:cNvSpPr/>
          <p:nvPr/>
        </p:nvSpPr>
        <p:spPr>
          <a:xfrm>
            <a:off x="7498079" y="4005072"/>
            <a:ext cx="841247"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3" name="Rectangle 1612"/>
          <p:cNvSpPr/>
          <p:nvPr/>
        </p:nvSpPr>
        <p:spPr>
          <a:xfrm>
            <a:off x="3291840" y="4306824"/>
            <a:ext cx="8412480" cy="3108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4" name="TextBox 1613"/>
          <p:cNvSpPr txBox="1"/>
          <p:nvPr/>
        </p:nvSpPr>
        <p:spPr>
          <a:xfrm>
            <a:off x="502920" y="4306824"/>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Validación y confiabilidad</a:t>
            </a:r>
          </a:p>
        </p:txBody>
      </p:sp>
      <p:sp>
        <p:nvSpPr>
          <p:cNvPr id="1615" name="Rounded Rectangle 1614"/>
          <p:cNvSpPr/>
          <p:nvPr/>
        </p:nvSpPr>
        <p:spPr>
          <a:xfrm>
            <a:off x="8339327" y="4352544"/>
            <a:ext cx="1850745"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6" name="Rectangle 1615"/>
          <p:cNvSpPr/>
          <p:nvPr/>
        </p:nvSpPr>
        <p:spPr>
          <a:xfrm>
            <a:off x="3291840" y="4654296"/>
            <a:ext cx="8412480" cy="310896"/>
          </a:xfrm>
          <a:prstGeom prst="rect">
            <a:avLst/>
          </a:prstGeom>
          <a:solidFill>
            <a:srgbClr val="F3F7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17" name="TextBox 1616"/>
          <p:cNvSpPr txBox="1"/>
          <p:nvPr/>
        </p:nvSpPr>
        <p:spPr>
          <a:xfrm>
            <a:off x="502920" y="4654296"/>
            <a:ext cx="2743200" cy="310896"/>
          </a:xfrm>
          <a:prstGeom prst="rect">
            <a:avLst/>
          </a:prstGeom>
          <a:noFill/>
        </p:spPr>
        <p:txBody>
          <a:bodyPr wrap="square" anchor="ctr" lIns="36576" rIns="36576" tIns="36576" bIns="36576">
            <a:spAutoFit/>
          </a:bodyPr>
          <a:lstStyle/>
          <a:p>
            <a:pPr algn="l"/>
            <a:r>
              <a:rPr sz="1050" b="0" i="0">
                <a:solidFill>
                  <a:srgbClr val="0D2547"/>
                </a:solidFill>
                <a:latin typeface="Noto Sans Symbols"/>
              </a:rPr>
              <a:t>Informe final y presentación</a:t>
            </a:r>
          </a:p>
        </p:txBody>
      </p:sp>
      <p:sp>
        <p:nvSpPr>
          <p:cNvPr id="1618" name="Rounded Rectangle 1617"/>
          <p:cNvSpPr/>
          <p:nvPr/>
        </p:nvSpPr>
        <p:spPr>
          <a:xfrm>
            <a:off x="8844076" y="4700016"/>
            <a:ext cx="2145182" cy="219456"/>
          </a:xfrm>
          <a:prstGeom prst="roundRect">
            <a:avLst>
              <a:gd name="adj" fmla="val 40000"/>
            </a:avLst>
          </a:prstGeom>
          <a:solidFill>
            <a:srgbClr val="14C9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cxnSp>
        <p:nvCxnSpPr>
          <p:cNvPr id="1619" name="Connector 1618"/>
          <p:cNvCxnSpPr/>
          <p:nvPr/>
        </p:nvCxnSpPr>
        <p:spPr>
          <a:xfrm>
            <a:off x="4250862" y="1783080"/>
            <a:ext cx="0" cy="3273552"/>
          </a:xfrm>
          <a:prstGeom prst="line">
            <a:avLst/>
          </a:prstGeom>
          <a:ln w="12700">
            <a:solidFill>
              <a:srgbClr val="7A8696"/>
            </a:solidFill>
          </a:ln>
        </p:spPr>
        <p:style>
          <a:lnRef idx="2">
            <a:schemeClr val="accent1"/>
          </a:lnRef>
          <a:fillRef idx="0">
            <a:schemeClr val="accent1"/>
          </a:fillRef>
          <a:effectRef idx="1">
            <a:schemeClr val="accent1"/>
          </a:effectRef>
          <a:fontRef idx="minor">
            <a:schemeClr val="tx1"/>
          </a:fontRef>
        </p:style>
      </p:cxnSp>
      <p:sp>
        <p:nvSpPr>
          <p:cNvPr id="1620" name="Diamond 1619"/>
          <p:cNvSpPr/>
          <p:nvPr/>
        </p:nvSpPr>
        <p:spPr>
          <a:xfrm>
            <a:off x="4177710" y="5029200"/>
            <a:ext cx="146304" cy="146304"/>
          </a:xfrm>
          <a:prstGeom prst="diamond">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21" name="TextBox 1620"/>
          <p:cNvSpPr txBox="1"/>
          <p:nvPr/>
        </p:nvSpPr>
        <p:spPr>
          <a:xfrm>
            <a:off x="3610782" y="5184648"/>
            <a:ext cx="1280160" cy="274320"/>
          </a:xfrm>
          <a:prstGeom prst="rect">
            <a:avLst/>
          </a:prstGeom>
          <a:noFill/>
        </p:spPr>
        <p:txBody>
          <a:bodyPr wrap="square" anchor="t" lIns="36576" rIns="36576" tIns="36576" bIns="36576">
            <a:spAutoFit/>
          </a:bodyPr>
          <a:lstStyle/>
          <a:p>
            <a:pPr algn="ctr"/>
            <a:r>
              <a:rPr sz="900" b="1" i="0">
                <a:solidFill>
                  <a:srgbClr val="0D2547"/>
                </a:solidFill>
                <a:latin typeface="Noto Sans Symbols"/>
              </a:rPr>
              <a:t>Entrega H3</a:t>
            </a:r>
          </a:p>
        </p:txBody>
      </p:sp>
      <p:cxnSp>
        <p:nvCxnSpPr>
          <p:cNvPr id="1622" name="Connector 1621"/>
          <p:cNvCxnSpPr/>
          <p:nvPr/>
        </p:nvCxnSpPr>
        <p:spPr>
          <a:xfrm>
            <a:off x="4612599" y="1783080"/>
            <a:ext cx="0" cy="3273552"/>
          </a:xfrm>
          <a:prstGeom prst="line">
            <a:avLst/>
          </a:prstGeom>
          <a:ln w="12700">
            <a:solidFill>
              <a:srgbClr val="7A8696"/>
            </a:solidFill>
          </a:ln>
        </p:spPr>
        <p:style>
          <a:lnRef idx="2">
            <a:schemeClr val="accent1"/>
          </a:lnRef>
          <a:fillRef idx="0">
            <a:schemeClr val="accent1"/>
          </a:fillRef>
          <a:effectRef idx="1">
            <a:schemeClr val="accent1"/>
          </a:effectRef>
          <a:fontRef idx="minor">
            <a:schemeClr val="tx1"/>
          </a:fontRef>
        </p:style>
      </p:cxnSp>
      <p:sp>
        <p:nvSpPr>
          <p:cNvPr id="1623" name="Diamond 1622"/>
          <p:cNvSpPr/>
          <p:nvPr/>
        </p:nvSpPr>
        <p:spPr>
          <a:xfrm>
            <a:off x="4539447" y="5029200"/>
            <a:ext cx="146304" cy="146304"/>
          </a:xfrm>
          <a:prstGeom prst="diamond">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24" name="TextBox 1623"/>
          <p:cNvSpPr txBox="1"/>
          <p:nvPr/>
        </p:nvSpPr>
        <p:spPr>
          <a:xfrm>
            <a:off x="3972519" y="5413248"/>
            <a:ext cx="1280160" cy="274320"/>
          </a:xfrm>
          <a:prstGeom prst="rect">
            <a:avLst/>
          </a:prstGeom>
          <a:noFill/>
        </p:spPr>
        <p:txBody>
          <a:bodyPr wrap="square" anchor="t" lIns="36576" rIns="36576" tIns="36576" bIns="36576">
            <a:spAutoFit/>
          </a:bodyPr>
          <a:lstStyle/>
          <a:p>
            <a:pPr algn="ctr"/>
            <a:r>
              <a:rPr sz="900" b="1" i="0">
                <a:solidFill>
                  <a:srgbClr val="0D2547"/>
                </a:solidFill>
                <a:latin typeface="Noto Sans Symbols"/>
              </a:rPr>
              <a:t>Placas</a:t>
            </a:r>
          </a:p>
        </p:txBody>
      </p:sp>
      <p:cxnSp>
        <p:nvCxnSpPr>
          <p:cNvPr id="1625" name="Connector 1624"/>
          <p:cNvCxnSpPr/>
          <p:nvPr/>
        </p:nvCxnSpPr>
        <p:spPr>
          <a:xfrm>
            <a:off x="5933358" y="1783080"/>
            <a:ext cx="0" cy="3273552"/>
          </a:xfrm>
          <a:prstGeom prst="line">
            <a:avLst/>
          </a:prstGeom>
          <a:ln w="12700">
            <a:solidFill>
              <a:srgbClr val="7A8696"/>
            </a:solidFill>
          </a:ln>
        </p:spPr>
        <p:style>
          <a:lnRef idx="2">
            <a:schemeClr val="accent1"/>
          </a:lnRef>
          <a:fillRef idx="0">
            <a:schemeClr val="accent1"/>
          </a:fillRef>
          <a:effectRef idx="1">
            <a:schemeClr val="accent1"/>
          </a:effectRef>
          <a:fontRef idx="minor">
            <a:schemeClr val="tx1"/>
          </a:fontRef>
        </p:style>
      </p:cxnSp>
      <p:sp>
        <p:nvSpPr>
          <p:cNvPr id="1626" name="Diamond 1625"/>
          <p:cNvSpPr/>
          <p:nvPr/>
        </p:nvSpPr>
        <p:spPr>
          <a:xfrm>
            <a:off x="5860206" y="5029200"/>
            <a:ext cx="146304" cy="146304"/>
          </a:xfrm>
          <a:prstGeom prst="diamond">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27" name="TextBox 1626"/>
          <p:cNvSpPr txBox="1"/>
          <p:nvPr/>
        </p:nvSpPr>
        <p:spPr>
          <a:xfrm>
            <a:off x="5293278" y="5184648"/>
            <a:ext cx="1280160" cy="274320"/>
          </a:xfrm>
          <a:prstGeom prst="rect">
            <a:avLst/>
          </a:prstGeom>
          <a:noFill/>
        </p:spPr>
        <p:txBody>
          <a:bodyPr wrap="square" anchor="t" lIns="36576" rIns="36576" tIns="36576" bIns="36576">
            <a:spAutoFit/>
          </a:bodyPr>
          <a:lstStyle/>
          <a:p>
            <a:pPr algn="ctr"/>
            <a:r>
              <a:rPr sz="900" b="1" i="0">
                <a:solidFill>
                  <a:srgbClr val="0D2547"/>
                </a:solidFill>
                <a:latin typeface="Noto Sans Symbols"/>
              </a:rPr>
              <a:t>Presentación H3</a:t>
            </a:r>
          </a:p>
        </p:txBody>
      </p:sp>
      <p:cxnSp>
        <p:nvCxnSpPr>
          <p:cNvPr id="1628" name="Connector 1627"/>
          <p:cNvCxnSpPr/>
          <p:nvPr/>
        </p:nvCxnSpPr>
        <p:spPr>
          <a:xfrm>
            <a:off x="8457102" y="1783080"/>
            <a:ext cx="0" cy="3273552"/>
          </a:xfrm>
          <a:prstGeom prst="line">
            <a:avLst/>
          </a:prstGeom>
          <a:ln w="12700">
            <a:solidFill>
              <a:srgbClr val="7A8696"/>
            </a:solidFill>
          </a:ln>
        </p:spPr>
        <p:style>
          <a:lnRef idx="2">
            <a:schemeClr val="accent1"/>
          </a:lnRef>
          <a:fillRef idx="0">
            <a:schemeClr val="accent1"/>
          </a:fillRef>
          <a:effectRef idx="1">
            <a:schemeClr val="accent1"/>
          </a:effectRef>
          <a:fontRef idx="minor">
            <a:schemeClr val="tx1"/>
          </a:fontRef>
        </p:style>
      </p:cxnSp>
      <p:sp>
        <p:nvSpPr>
          <p:cNvPr id="1629" name="Diamond 1628"/>
          <p:cNvSpPr/>
          <p:nvPr/>
        </p:nvSpPr>
        <p:spPr>
          <a:xfrm>
            <a:off x="8383950" y="5029200"/>
            <a:ext cx="146304" cy="146304"/>
          </a:xfrm>
          <a:prstGeom prst="diamond">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30" name="TextBox 1629"/>
          <p:cNvSpPr txBox="1"/>
          <p:nvPr/>
        </p:nvSpPr>
        <p:spPr>
          <a:xfrm>
            <a:off x="7817022" y="5184648"/>
            <a:ext cx="1280160" cy="274320"/>
          </a:xfrm>
          <a:prstGeom prst="rect">
            <a:avLst/>
          </a:prstGeom>
          <a:noFill/>
        </p:spPr>
        <p:txBody>
          <a:bodyPr wrap="square" anchor="t" lIns="36576" rIns="36576" tIns="36576" bIns="36576">
            <a:spAutoFit/>
          </a:bodyPr>
          <a:lstStyle/>
          <a:p>
            <a:pPr algn="ctr"/>
            <a:r>
              <a:rPr sz="900" b="1" i="0">
                <a:solidFill>
                  <a:srgbClr val="0D2547"/>
                </a:solidFill>
                <a:latin typeface="Noto Sans Symbols"/>
              </a:rPr>
              <a:t>Entrega H4</a:t>
            </a:r>
          </a:p>
        </p:txBody>
      </p:sp>
      <p:cxnSp>
        <p:nvCxnSpPr>
          <p:cNvPr id="1631" name="Connector 1630"/>
          <p:cNvCxnSpPr/>
          <p:nvPr/>
        </p:nvCxnSpPr>
        <p:spPr>
          <a:xfrm>
            <a:off x="10980846" y="1783080"/>
            <a:ext cx="0" cy="3273552"/>
          </a:xfrm>
          <a:prstGeom prst="line">
            <a:avLst/>
          </a:prstGeom>
          <a:ln w="12700">
            <a:solidFill>
              <a:srgbClr val="7A8696"/>
            </a:solidFill>
          </a:ln>
        </p:spPr>
        <p:style>
          <a:lnRef idx="2">
            <a:schemeClr val="accent1"/>
          </a:lnRef>
          <a:fillRef idx="0">
            <a:schemeClr val="accent1"/>
          </a:fillRef>
          <a:effectRef idx="1">
            <a:schemeClr val="accent1"/>
          </a:effectRef>
          <a:fontRef idx="minor">
            <a:schemeClr val="tx1"/>
          </a:fontRef>
        </p:style>
      </p:cxnSp>
      <p:sp>
        <p:nvSpPr>
          <p:cNvPr id="1632" name="Diamond 1631"/>
          <p:cNvSpPr/>
          <p:nvPr/>
        </p:nvSpPr>
        <p:spPr>
          <a:xfrm>
            <a:off x="10907694" y="5029200"/>
            <a:ext cx="146304" cy="146304"/>
          </a:xfrm>
          <a:prstGeom prst="diamond">
            <a:avLst/>
          </a:prstGeom>
          <a:solidFill>
            <a:srgbClr val="0D2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33" name="TextBox 1632"/>
          <p:cNvSpPr txBox="1"/>
          <p:nvPr/>
        </p:nvSpPr>
        <p:spPr>
          <a:xfrm>
            <a:off x="10340766" y="5184648"/>
            <a:ext cx="1280160" cy="274320"/>
          </a:xfrm>
          <a:prstGeom prst="rect">
            <a:avLst/>
          </a:prstGeom>
          <a:noFill/>
        </p:spPr>
        <p:txBody>
          <a:bodyPr wrap="square" anchor="t" lIns="36576" rIns="36576" tIns="36576" bIns="36576">
            <a:spAutoFit/>
          </a:bodyPr>
          <a:lstStyle/>
          <a:p>
            <a:pPr algn="ctr"/>
            <a:r>
              <a:rPr sz="900" b="1" i="0">
                <a:solidFill>
                  <a:srgbClr val="0D2547"/>
                </a:solidFill>
                <a:latin typeface="Noto Sans Symbols"/>
              </a:rPr>
              <a:t>Presentación H4</a:t>
            </a:r>
          </a:p>
        </p:txBody>
      </p:sp>
      <p:sp>
        <p:nvSpPr>
          <p:cNvPr id="1634" name="Rounded Rectangle 1633"/>
          <p:cNvSpPr/>
          <p:nvPr/>
        </p:nvSpPr>
        <p:spPr>
          <a:xfrm>
            <a:off x="502920" y="5623560"/>
            <a:ext cx="5486400" cy="68580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35" name="TextBox 1634"/>
          <p:cNvSpPr txBox="1"/>
          <p:nvPr/>
        </p:nvSpPr>
        <p:spPr>
          <a:xfrm>
            <a:off x="685800" y="5733288"/>
            <a:ext cx="5120640" cy="466344"/>
          </a:xfrm>
          <a:prstGeom prst="rect">
            <a:avLst/>
          </a:prstGeom>
          <a:noFill/>
        </p:spPr>
        <p:txBody>
          <a:bodyPr wrap="square" anchor="ctr" lIns="36576" rIns="36576" tIns="36576" bIns="36576">
            <a:spAutoFit/>
          </a:bodyPr>
          <a:lstStyle/>
          <a:p>
            <a:pPr algn="ctr"/>
            <a:r>
              <a:rPr sz="1300" b="0" i="0">
                <a:solidFill>
                  <a:srgbClr val="14C99A"/>
                </a:solidFill>
                <a:latin typeface="Impact"/>
              </a:rPr>
              <a:t>CAPACIDAD: 3 × 6 h = 18 h POR SEMANA, UNAS 160 h AL 2-DIC</a:t>
            </a:r>
          </a:p>
        </p:txBody>
      </p:sp>
      <p:sp>
        <p:nvSpPr>
          <p:cNvPr id="1636" name="Rounded Rectangle 1635"/>
          <p:cNvSpPr/>
          <p:nvPr/>
        </p:nvSpPr>
        <p:spPr>
          <a:xfrm>
            <a:off x="6217920" y="5623560"/>
            <a:ext cx="5486400" cy="685800"/>
          </a:xfrm>
          <a:prstGeom prst="roundRect">
            <a:avLst>
              <a:gd name="adj" fmla="val 6000"/>
            </a:avLst>
          </a:prstGeom>
          <a:solidFill>
            <a:srgbClr val="1B3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p>
        </p:txBody>
      </p:sp>
      <p:sp>
        <p:nvSpPr>
          <p:cNvPr id="1637" name="TextBox 1636"/>
          <p:cNvSpPr txBox="1"/>
          <p:nvPr/>
        </p:nvSpPr>
        <p:spPr>
          <a:xfrm>
            <a:off x="6400800" y="5733288"/>
            <a:ext cx="5120640" cy="466344"/>
          </a:xfrm>
          <a:prstGeom prst="rect">
            <a:avLst/>
          </a:prstGeom>
          <a:noFill/>
        </p:spPr>
        <p:txBody>
          <a:bodyPr wrap="square" anchor="ctr" lIns="36576" rIns="36576" tIns="36576" bIns="36576">
            <a:spAutoFit/>
          </a:bodyPr>
          <a:lstStyle/>
          <a:p>
            <a:pPr algn="ctr"/>
            <a:r>
              <a:rPr sz="1300" b="0" i="0">
                <a:solidFill>
                  <a:srgbClr val="F6B26B"/>
                </a:solidFill>
                <a:latin typeface="Impact"/>
              </a:rPr>
              <a:t>RUTA CRÍTICA: PUESTA EN MARCHA DE LAS PLACAS</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7" name="Shape 1997"/>
        <p:cNvGrpSpPr/>
        <p:nvPr/>
      </p:nvGrpSpPr>
      <p:grpSpPr>
        <a:xfrm>
          <a:off x="0" y="0"/>
          <a:ext cx="0" cy="0"/>
          <a:chOff x="0" y="0"/>
          <a:chExt cx="0" cy="0"/>
        </a:xfrm>
      </p:grpSpPr>
      <p:sp>
        <p:nvSpPr>
          <p:cNvPr id="1998" name="Google Shape;1998;g3f6e557bc76_4_230"/>
          <p:cNvSpPr txBox="1"/>
          <p:nvPr>
            <p:ph type="ctrTitle"/>
          </p:nvPr>
        </p:nvSpPr>
        <p:spPr>
          <a:xfrm>
            <a:off x="1524000" y="1503331"/>
            <a:ext cx="9144000" cy="23877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SzPts val="6000"/>
              <a:buNone/>
            </a:pPr>
            <a:r>
              <a:rPr b="0" lang="es-AR" sz="8000">
                <a:solidFill>
                  <a:srgbClr val="FFFFFF"/>
                </a:solidFill>
              </a:rPr>
              <a:t>GRACIAS</a:t>
            </a:r>
            <a:endParaRPr b="0" sz="8600"/>
          </a:p>
        </p:txBody>
      </p:sp>
      <p:sp>
        <p:nvSpPr>
          <p:cNvPr id="1999" name="Google Shape;1999;g3f6e557bc76_4_230"/>
          <p:cNvSpPr txBox="1"/>
          <p:nvPr>
            <p:ph idx="1" type="subTitle"/>
          </p:nvPr>
        </p:nvSpPr>
        <p:spPr>
          <a:xfrm>
            <a:off x="1524000" y="3891031"/>
            <a:ext cx="9144000" cy="1655700"/>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SzPts val="2400"/>
              <a:buNone/>
            </a:pPr>
            <a:r>
              <a:rPr b="1" lang="es-AR" sz="2000">
                <a:solidFill>
                  <a:srgbClr val="14C99A"/>
                </a:solidFill>
              </a:rPr>
              <a:t>PANDA: Paso A Nivel Dinámico y Activo</a:t>
            </a:r>
            <a:endParaRPr/>
          </a:p>
          <a:p>
            <a:pPr indent="-406400" lvl="0" marL="457200" rtl="0" algn="ctr">
              <a:lnSpc>
                <a:spcPct val="90000"/>
              </a:lnSpc>
              <a:spcBef>
                <a:spcPts val="1000"/>
              </a:spcBef>
              <a:spcAft>
                <a:spcPts val="0"/>
              </a:spcAft>
              <a:buSzPts val="2400"/>
              <a:buNone/>
            </a:pPr>
            <a:r>
              <a:rPr lang="es-AR" sz="1600">
                <a:solidFill>
                  <a:srgbClr val="FFFFFF"/>
                </a:solidFill>
              </a:rPr>
              <a:t>Tesis de Grado ITBA, </a:t>
            </a:r>
            <a:r>
              <a:rPr lang="es-AR" sz="1600">
                <a:solidFill>
                  <a:schemeClr val="lt1"/>
                </a:solidFill>
              </a:rPr>
              <a:t>Hito 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1785429608699]">
  <a:themeElements>
    <a:clrScheme name="Office">
      <a:dk1>
        <a:srgbClr val="0A1F3C"/>
      </a:dk1>
      <a:lt1>
        <a:srgbClr val="FFFFFF"/>
      </a:lt1>
      <a:dk2>
        <a:srgbClr val="13315C"/>
      </a:dk2>
      <a:lt2>
        <a:srgbClr val="F2F5F8"/>
      </a:lt2>
      <a:accent1>
        <a:srgbClr val="14C99A"/>
      </a:accent1>
      <a:accent2>
        <a:srgbClr val="0E8F6E"/>
      </a:accent2>
      <a:accent3>
        <a:srgbClr val="2E5E8C"/>
      </a:accent3>
      <a:accent4>
        <a:srgbClr val="F2B33D"/>
      </a:accent4>
      <a:accent5>
        <a:srgbClr val="8FA3B8"/>
      </a:accent5>
      <a:accent6>
        <a:srgbClr val="D14D5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2018-06-07T21:39:02Z</dcterms:created>
  <dc:creator>Microsoft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